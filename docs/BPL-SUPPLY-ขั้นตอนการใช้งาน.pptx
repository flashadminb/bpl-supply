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4323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4937760" cy="4937760"/>
          </a:xfrm>
          <a:prstGeom prst="ellipse">
            <a:avLst/>
          </a:prstGeom>
          <a:solidFill>
            <a:srgbClr val="332F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BPL SUPPLY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ขั้นตอนการใช้งาน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C2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สำหรับพนักงานหน้างาน  และ  ผู้ตรวจสอบ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ทุกภาพเป็นภาพจำลองหน้าจอ  ·  ทำตามลำดับเลข 1 → 2 → 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2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พนักงานหน้างาน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C2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ใช้เฉพาะในแอพมือถือ  ·  ไม่ต้องเข้าหน้าเว็บ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382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พนักงานหน้างาน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หน้างานทำอะไรได้บ้าง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9536" y="2011680"/>
            <a:ext cx="493776" cy="493776"/>
          </a:xfrm>
          <a:prstGeom prst="ellipse">
            <a:avLst/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59536" y="20116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1965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เบิกวัสดุ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2267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ของใช้ประจำวัน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2011680"/>
            <a:ext cx="493776" cy="493776"/>
          </a:xfrm>
          <a:prstGeom prst="ellipse">
            <a:avLst/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72000" y="20116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965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คืนของ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267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ของยืม–คืน และอุปกรณ์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65008" y="169164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84464" y="2011680"/>
            <a:ext cx="493776" cy="493776"/>
          </a:xfrm>
          <a:prstGeom prst="ellipse">
            <a:avLst/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284464" y="20116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24544" y="1965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เบิกอุปกรณ์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24544" y="2267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รถแดง ไอดาต้า วิทยุ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9536" y="3429000"/>
            <a:ext cx="493776" cy="493776"/>
          </a:xfrm>
          <a:prstGeom prst="ellipse">
            <a:avLst/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59536" y="3429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99616" y="3383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แจ้งปัญหา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99616" y="3685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เครื่องเสีย หรือหาย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52544" y="310896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3429000"/>
            <a:ext cx="493776" cy="493776"/>
          </a:xfrm>
          <a:prstGeom prst="ellipse">
            <a:avLst/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572000" y="3429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3383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ส่งบาร์โค้ด BY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12080" y="3685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ถ่ายรูปส่งให้แอดมิน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65008" y="310896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84464" y="3429000"/>
            <a:ext cx="493776" cy="493776"/>
          </a:xfrm>
          <a:prstGeom prst="ellipse">
            <a:avLst/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284464" y="3429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924544" y="3383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เช็คอินประชุม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924544" y="3685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ถ่ายเซลฟี่ตอนเข้าประชุม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4526280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859536" y="4654296"/>
            <a:ext cx="10442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สิ่งที่หน้างานทำไม่ได้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59536" y="4928616"/>
            <a:ext cx="10442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เปิดดูรูปหลักฐานของคนอื่น  ·  แก้สต็อก  ·  อนุมัติคำขอ  ·  เข้าหน้าเว็บแอดมิน — ถ้าต้องใช้ ให้แจ้งแอดมิน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1475720" y="6382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พนักงานหน้างาน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เข้าระบบครั้งแรก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71600" y="1627632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37160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92224" y="16276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ใส่รหัสพนักงาน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10312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26464" y="215798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517904" y="21854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เข้าสู่ระบบ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517904" y="26517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รหัสพนักงาน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517904" y="29260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47476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517904" y="31089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ไม่ต้องใส่อีเมล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1517904" y="332841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รหัสผ่าน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517904" y="36027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• • • • •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499616" y="3877056"/>
            <a:ext cx="1956816" cy="329184"/>
          </a:xfrm>
          <a:prstGeom prst="roundRect">
            <a:avLst>
              <a:gd name="adj" fmla="val 19444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499616" y="387705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เข้าสู่ระบบ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426464" y="563270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426464" y="5632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8496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60520" y="1627632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16052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16276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ตั้งรหัสใหม่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60520" y="210312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15384" y="215798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306824" y="21854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ตั้งรหัสผ่านใหม่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88536" y="2651760"/>
            <a:ext cx="1956816" cy="310896"/>
          </a:xfrm>
          <a:prstGeom prst="roundRect">
            <a:avLst>
              <a:gd name="adj" fmla="val 14706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343400" y="265176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ต้องตั้งก่อนใช้งาน ข้ามไม่ได้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306824" y="30358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รหัสผ่านใหม่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306824" y="33101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• • • • • • •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306824" y="35844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ยืนยันอีกครั้ง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306824" y="38587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• • • • • • •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88536" y="4133088"/>
            <a:ext cx="1956816" cy="329184"/>
          </a:xfrm>
          <a:prstGeom prst="roundRect">
            <a:avLst>
              <a:gd name="adj" fmla="val 19444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288536" y="413308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15384" y="563270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215384" y="5632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38496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949440" y="1627632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694944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370064" y="16276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เปิดแจ้งเตือน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49440" y="210312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004304" y="215798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7095744" y="21854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บัญชีของฉัน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7095744" y="26517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ธนวัฒน์ พุฒฤทธิ์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095744" y="283464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47476 · INLHBG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077456" y="3054096"/>
            <a:ext cx="1956816" cy="329184"/>
          </a:xfrm>
          <a:prstGeom prst="roundRect">
            <a:avLst>
              <a:gd name="adj" fmla="val 19444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7077456" y="305409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เปิดแจ้งเตือน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077456" y="3474720"/>
            <a:ext cx="1956816" cy="310896"/>
          </a:xfrm>
          <a:prstGeom prst="roundRect">
            <a:avLst>
              <a:gd name="adj" fmla="val 14706"/>
            </a:avLst>
          </a:prstGeom>
          <a:solidFill>
            <a:srgbClr val="FBEC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7132320" y="347472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ไม่กด = ไม่ได้รับแจ้งเตือนเลย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7095744" y="38587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กะ 18:00–03:00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004304" y="563270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7004304" y="5632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9464040" y="2103120"/>
            <a:ext cx="2084832" cy="3858768"/>
          </a:xfrm>
          <a:prstGeom prst="roundRect">
            <a:avLst>
              <a:gd name="adj" fmla="val 3070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9683496" y="2231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ทำครั้งเดียว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9683496" y="2505456"/>
            <a:ext cx="164592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สามขั้นนี้ทำรอบเดียวตอนแรก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ครั้งต่อไปเปิดแอพแล้วใช้ได้เลย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ลืมรหัส แจ้งแอดมินรีเซ็ตให้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11475720" y="6382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พนักงานหน้างาน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เบิกวัสดุสิ้นเปลือง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0777" y="1220810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50777" y="122081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6424" y="1214944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กดเบิกวัสดุ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10312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0664" y="215798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13816" y="2651760"/>
            <a:ext cx="1956816" cy="329184"/>
          </a:xfrm>
          <a:prstGeom prst="roundRect">
            <a:avLst>
              <a:gd name="adj" fmla="val 19444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13816" y="265176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เบิกวัสดุ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" y="563270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0664" y="5632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18" name="Text 16"/>
          <p:cNvSpPr txBox="1"/>
          <p:nvPr/>
        </p:nvSpPr>
        <p:spPr>
          <a:xfrm>
            <a:off x="3044952" y="38496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56432" y="1158996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3456432" y="11589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877056" y="115899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เลือกของ ใส่จำนวน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56432" y="210312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511296" y="215798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3602736" y="21854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วัสดุ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602736" y="2651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มาร์กเกอร์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882896" y="26517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 เพิ่ม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3602736" y="2926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เทปกาว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882896" y="29260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 เพิ่ม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3602736" y="32004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ไม้กวาด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882896" y="320040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 เพิ่ม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3602736" y="338328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ของยืม–คืน ต้องคืน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3602736" y="36027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ถุงมือ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82896" y="36027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 เพิ่ม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511296" y="563270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3511296" y="5632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36" name="Text 34"/>
          <p:cNvSpPr txBox="1"/>
          <p:nvPr/>
        </p:nvSpPr>
        <p:spPr>
          <a:xfrm>
            <a:off x="5815584" y="38496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27064" y="1158996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6227064" y="11589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647688" y="115899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ตรวจในตะกร้า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27064" y="210312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281928" y="215798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373368" y="21854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ตะกร้า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373368" y="2651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มาร์กเกอร์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653528" y="26517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ชิ้น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6373368" y="2926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ไม้กวาด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7653528" y="29260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ด้าม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355080" y="3200400"/>
            <a:ext cx="1956816" cy="329184"/>
          </a:xfrm>
          <a:prstGeom prst="roundRect">
            <a:avLst>
              <a:gd name="adj" fmla="val 19444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6355080" y="320040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ไปหน้าถ่ายรูป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81928" y="563270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6281928" y="5632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51" name="Text 49"/>
          <p:cNvSpPr txBox="1"/>
          <p:nvPr/>
        </p:nvSpPr>
        <p:spPr>
          <a:xfrm>
            <a:off x="8586216" y="38496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997696" y="1158996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8997696" y="11589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9418320" y="115899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ถ่ายรูป แล้วยืนยัน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997696" y="210312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052560" y="215798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9144000" y="21854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หลักฐาน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125712" y="26517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CE9E1"/>
          </a:solidFill>
          <a:ln w="9525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9125712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582912" y="26517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CE9E1"/>
          </a:solidFill>
          <a:ln w="9525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 txBox="1"/>
          <p:nvPr/>
        </p:nvSpPr>
        <p:spPr>
          <a:xfrm>
            <a:off x="9582912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0040112" y="26517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1EDE4"/>
          </a:solidFill>
          <a:ln w="9525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 txBox="1"/>
          <p:nvPr/>
        </p:nvSpPr>
        <p:spPr>
          <a:xfrm>
            <a:off x="10040112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9144000" y="31455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ถ่ายได้สูงสุด 5 ใบ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125712" y="3419856"/>
            <a:ext cx="1956816" cy="329184"/>
          </a:xfrm>
          <a:prstGeom prst="roundRect">
            <a:avLst>
              <a:gd name="adj" fmla="val 19444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 txBox="1"/>
          <p:nvPr/>
        </p:nvSpPr>
        <p:spPr>
          <a:xfrm>
            <a:off x="9125712" y="341985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ยืนยันการเบิก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052560" y="563270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 txBox="1"/>
          <p:nvPr/>
        </p:nvSpPr>
        <p:spPr>
          <a:xfrm>
            <a:off x="9052560" y="5632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685800" y="6053328"/>
            <a:ext cx="10835640" cy="713232"/>
          </a:xfrm>
          <a:prstGeom prst="roundRect">
            <a:avLst>
              <a:gd name="adj" fmla="val 8974"/>
            </a:avLst>
          </a:prstGeom>
          <a:solidFill>
            <a:srgbClr val="E9F2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 txBox="1"/>
          <p:nvPr/>
        </p:nvSpPr>
        <p:spPr>
          <a:xfrm>
            <a:off x="905256" y="6181344"/>
            <a:ext cx="10396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เน็ตหลุดตอนกดยืนยัน</a:t>
            </a:r>
            <a:endParaRPr lang="en-US" sz="1250" dirty="0"/>
          </a:p>
        </p:txBody>
      </p:sp>
      <p:sp>
        <p:nvSpPr>
          <p:cNvPr id="71" name="Text 69"/>
          <p:cNvSpPr txBox="1"/>
          <p:nvPr/>
        </p:nvSpPr>
        <p:spPr>
          <a:xfrm>
            <a:off x="905256" y="6455664"/>
            <a:ext cx="10396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กดซ้ำได้เลย ระบบกันการเบิกซ้ำให้อยู่แล้ว  ·  ถ้ารูปขึ้นไม่ครบ ระบบจะส่งเฉพาะใบที่ขาด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11475720" y="6382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00" dirty="0"/>
          </a:p>
        </p:txBody>
      </p:sp>
      <p:pic>
        <p:nvPicPr>
          <p:cNvPr id="74" name="รูปภาพ 73">
            <a:extLst>
              <a:ext uri="{FF2B5EF4-FFF2-40B4-BE49-F238E27FC236}">
                <a16:creationId xmlns:a16="http://schemas.microsoft.com/office/drawing/2014/main" id="{AD5ED02E-6DE5-E4AB-9F0C-B6E817F17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88" y="1506468"/>
            <a:ext cx="2288848" cy="4501140"/>
          </a:xfrm>
          <a:prstGeom prst="rect">
            <a:avLst/>
          </a:prstGeom>
        </p:spPr>
      </p:pic>
      <p:pic>
        <p:nvPicPr>
          <p:cNvPr id="76" name="รูปภาพ 75">
            <a:extLst>
              <a:ext uri="{FF2B5EF4-FFF2-40B4-BE49-F238E27FC236}">
                <a16:creationId xmlns:a16="http://schemas.microsoft.com/office/drawing/2014/main" id="{F8EB7AFC-3BBC-FEDF-4BDD-9F14EE6B3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703223"/>
            <a:ext cx="2450592" cy="4237938"/>
          </a:xfrm>
          <a:prstGeom prst="rect">
            <a:avLst/>
          </a:prstGeom>
        </p:spPr>
      </p:pic>
      <p:pic>
        <p:nvPicPr>
          <p:cNvPr id="78" name="รูปภาพ 77">
            <a:extLst>
              <a:ext uri="{FF2B5EF4-FFF2-40B4-BE49-F238E27FC236}">
                <a16:creationId xmlns:a16="http://schemas.microsoft.com/office/drawing/2014/main" id="{D0E8E07B-797A-8A50-8ED6-07202CA5A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7617" y="1621076"/>
            <a:ext cx="2345177" cy="43552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พนักงานหน้างาน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คืนวัสดุยืม–คืน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71600" y="1627632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37160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92224" y="16276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เข้าหน้าคืนของ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10312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26464" y="215798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517904" y="21854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คืนของ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517904" y="26517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วัสดุยืม–คืน · 3 รายการ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517904" y="2926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ไม้กวาด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798064" y="29260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ค้าง 1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517904" y="32004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บันได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798064" y="320040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ค้าง 1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517904" y="3474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รถเข็น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798064" y="34747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ค้าง 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426464" y="563270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426464" y="5632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8496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60520" y="1627632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16052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16276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ติ๊กที่จะคืน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60520" y="210312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15384" y="215798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306824" y="21854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คืนของ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88536" y="26791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2201C"/>
          </a:solidFill>
          <a:ln w="9525">
            <a:solidFill>
              <a:srgbClr val="2220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288536" y="26791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2651760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ไม้กวาด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88536" y="295351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2201C"/>
          </a:solidFill>
          <a:ln w="9525">
            <a:solidFill>
              <a:srgbClr val="2220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288536" y="2953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2926080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บันได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88536" y="322783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526280" y="3200400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รถเข็น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88536" y="3474720"/>
            <a:ext cx="1956816" cy="329184"/>
          </a:xfrm>
          <a:prstGeom prst="roundRect">
            <a:avLst>
              <a:gd name="adj" fmla="val 19444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288536" y="347472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คืนที่เลือก 2 รายการ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88536" y="3895344"/>
            <a:ext cx="1956816" cy="310896"/>
          </a:xfrm>
          <a:prstGeom prst="roundRect">
            <a:avLst>
              <a:gd name="adj" fmla="val 14706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4343400" y="389534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กดเลือกทั้งหมดได้ด้านบน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215384" y="563270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4215384" y="5632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40" name="Text 38"/>
          <p:cNvSpPr txBox="1"/>
          <p:nvPr/>
        </p:nvSpPr>
        <p:spPr>
          <a:xfrm>
            <a:off x="6537960" y="38496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949440" y="1627632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94944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370064" y="16276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เลือกสภาพ ถ่ายรูป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49440" y="210312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004304" y="215798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7095744" y="21854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 2 รายการ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077456" y="2651760"/>
            <a:ext cx="596189" cy="237744"/>
          </a:xfrm>
          <a:prstGeom prst="roundRect">
            <a:avLst>
              <a:gd name="adj" fmla="val 19231"/>
            </a:avLst>
          </a:prstGeom>
          <a:solidFill>
            <a:srgbClr val="F5B301"/>
          </a:solidFill>
          <a:ln w="6350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7077456" y="2651760"/>
            <a:ext cx="5961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สภาพดี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737653" y="2651760"/>
            <a:ext cx="530352" cy="237744"/>
          </a:xfrm>
          <a:prstGeom prst="roundRect">
            <a:avLst>
              <a:gd name="adj" fmla="val 19231"/>
            </a:avLst>
          </a:prstGeom>
          <a:solidFill>
            <a:srgbClr val="F1EDE4"/>
          </a:solidFill>
          <a:ln w="6350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7737653" y="26517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ชำรุด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332013" y="2651760"/>
            <a:ext cx="596189" cy="237744"/>
          </a:xfrm>
          <a:prstGeom prst="roundRect">
            <a:avLst>
              <a:gd name="adj" fmla="val 19231"/>
            </a:avLst>
          </a:prstGeom>
          <a:solidFill>
            <a:srgbClr val="F1EDE4"/>
          </a:solidFill>
          <a:ln w="6350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8332013" y="2651760"/>
            <a:ext cx="5961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สูญหาย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077456" y="29809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CE9E1"/>
          </a:solidFill>
          <a:ln w="9525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7077456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534656" y="29809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1EDE4"/>
          </a:solidFill>
          <a:ln w="9525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7534656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077456" y="3474720"/>
            <a:ext cx="1956816" cy="329184"/>
          </a:xfrm>
          <a:prstGeom prst="roundRect">
            <a:avLst>
              <a:gd name="adj" fmla="val 19444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7077456" y="347472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ยืนยันการคืน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004304" y="563270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 txBox="1"/>
          <p:nvPr/>
        </p:nvSpPr>
        <p:spPr>
          <a:xfrm>
            <a:off x="7004304" y="5632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9464040" y="2103120"/>
            <a:ext cx="2084832" cy="1828800"/>
          </a:xfrm>
          <a:prstGeom prst="roundRect">
            <a:avLst>
              <a:gd name="adj" fmla="val 3500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 txBox="1"/>
          <p:nvPr/>
        </p:nvSpPr>
        <p:spPr>
          <a:xfrm>
            <a:off x="9683496" y="2231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คืนไม่ครบก็ได้</a:t>
            </a:r>
            <a:endParaRPr lang="en-US" sz="1250" dirty="0"/>
          </a:p>
        </p:txBody>
      </p:sp>
      <p:sp>
        <p:nvSpPr>
          <p:cNvPr id="63" name="Text 61"/>
          <p:cNvSpPr txBox="1"/>
          <p:nvPr/>
        </p:nvSpPr>
        <p:spPr>
          <a:xfrm>
            <a:off x="9683496" y="2505456"/>
            <a:ext cx="1645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 5 คืน 2 ก่อนได้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ที่เหลือยังค้างชื่อเรา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พอคืนอีก 3 ระบบรวมให้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9464040" y="4133088"/>
            <a:ext cx="2084832" cy="1828800"/>
          </a:xfrm>
          <a:prstGeom prst="roundRect">
            <a:avLst>
              <a:gd name="adj" fmla="val 3500"/>
            </a:avLst>
          </a:prstGeom>
          <a:solidFill>
            <a:srgbClr val="FBEC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 txBox="1"/>
          <p:nvPr/>
        </p:nvSpPr>
        <p:spPr>
          <a:xfrm>
            <a:off x="9683496" y="4261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ของชำรุด</a:t>
            </a:r>
            <a:endParaRPr lang="en-US" sz="1250" dirty="0"/>
          </a:p>
        </p:txBody>
      </p:sp>
      <p:sp>
        <p:nvSpPr>
          <p:cNvPr id="66" name="Text 64"/>
          <p:cNvSpPr txBox="1"/>
          <p:nvPr/>
        </p:nvSpPr>
        <p:spPr>
          <a:xfrm>
            <a:off x="9683496" y="4535424"/>
            <a:ext cx="1645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อย่าเลือกสภาพดีเพื่อให้จบเร็ว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ยอดทั้งคลังจะเพี้ยน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11475720" y="6382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พนักงานหน้างาน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เบิกอุปกรณ์ Asset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71600" y="1627632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37160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92224" y="16276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กดที่ประเภท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10312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26464" y="215798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517904" y="21854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เบิกอุปกรณ์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517904" y="2651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Power Pallet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798064" y="26517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ว่าง 16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517904" y="2926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ไอดาต้า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798064" y="29260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ว่าง 94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517904" y="32004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วิทยุสื่อสาร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798064" y="320040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ว่าง 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499616" y="3474720"/>
            <a:ext cx="1956816" cy="310896"/>
          </a:xfrm>
          <a:prstGeom prst="roundRect">
            <a:avLst>
              <a:gd name="adj" fmla="val 14706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554480" y="347472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กดชื่อประเภทเพื่อกางรายชื่อ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426464" y="563270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426464" y="5632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38496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60520" y="1627632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16052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16276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ติ๊กเครื่องที่จะเบิก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0520" y="210312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15384" y="215798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306824" y="21854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วิทยุสื่อสาร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88536" y="26791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2201C"/>
          </a:solidFill>
          <a:ln w="9525">
            <a:solidFill>
              <a:srgbClr val="2220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288536" y="26791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265176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RD-22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586984" y="26517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ว่าง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88536" y="295351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2201C"/>
          </a:solidFill>
          <a:ln w="9525">
            <a:solidFill>
              <a:srgbClr val="2220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4288536" y="2953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4526280" y="292608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RD-23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586984" y="29260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ว่าง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88536" y="322783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526280" y="32004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RD-24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586984" y="320040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สมหญิงถือ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288536" y="3474720"/>
            <a:ext cx="1956816" cy="329184"/>
          </a:xfrm>
          <a:prstGeom prst="roundRect">
            <a:avLst>
              <a:gd name="adj" fmla="val 19444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4288536" y="347472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ถัดไป — ถ่ายรูป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15384" y="563270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4215384" y="5632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42" name="Text 40"/>
          <p:cNvSpPr txBox="1"/>
          <p:nvPr/>
        </p:nvSpPr>
        <p:spPr>
          <a:xfrm>
            <a:off x="6537960" y="38496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949440" y="1627632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694944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370064" y="16276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ถ่ายแยกตามประเภท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49440" y="210312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004304" y="215798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7095744" y="21854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ถ่ายรูปสภาพเครื่อง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7095744" y="2651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วิทยุสื่อสาร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8375904" y="26517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จาก 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077456" y="29260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CE9E1"/>
          </a:solidFill>
          <a:ln w="9525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7077456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7095744" y="34198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Power Pallet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8375904" y="34198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จาก 5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077456" y="36941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CE9E1"/>
          </a:solidFill>
          <a:ln w="9525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707745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534656" y="36941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CE9E1"/>
          </a:solidFill>
          <a:ln w="9525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753465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991856" y="36941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CE9E1"/>
          </a:solidFill>
          <a:ln w="9525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 txBox="1"/>
          <p:nvPr/>
        </p:nvSpPr>
        <p:spPr>
          <a:xfrm>
            <a:off x="799185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449056" y="36941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1EDE4"/>
          </a:solidFill>
          <a:ln w="9525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 txBox="1"/>
          <p:nvPr/>
        </p:nvSpPr>
        <p:spPr>
          <a:xfrm>
            <a:off x="844905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906256" y="36941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1EDE4"/>
          </a:solidFill>
          <a:ln w="9525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 txBox="1"/>
          <p:nvPr/>
        </p:nvSpPr>
        <p:spPr>
          <a:xfrm>
            <a:off x="890625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077456" y="4187952"/>
            <a:ext cx="1956816" cy="329184"/>
          </a:xfrm>
          <a:prstGeom prst="roundRect">
            <a:avLst>
              <a:gd name="adj" fmla="val 19444"/>
            </a:avLst>
          </a:prstGeom>
          <a:solidFill>
            <a:srgbClr val="EFE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 txBox="1"/>
          <p:nvPr/>
        </p:nvSpPr>
        <p:spPr>
          <a:xfrm>
            <a:off x="7077456" y="418795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เหลืออีก 2 ใบ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004304" y="563270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 txBox="1"/>
          <p:nvPr/>
        </p:nvSpPr>
        <p:spPr>
          <a:xfrm>
            <a:off x="7004304" y="5632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9464040" y="2103120"/>
            <a:ext cx="2084832" cy="1828800"/>
          </a:xfrm>
          <a:prstGeom prst="roundRect">
            <a:avLst>
              <a:gd name="adj" fmla="val 3500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 txBox="1"/>
          <p:nvPr/>
        </p:nvSpPr>
        <p:spPr>
          <a:xfrm>
            <a:off x="9683496" y="2231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เลือกข้ามประเภทได้</a:t>
            </a:r>
            <a:endParaRPr lang="en-US" sz="1250" dirty="0"/>
          </a:p>
        </p:txBody>
      </p:sp>
      <p:sp>
        <p:nvSpPr>
          <p:cNvPr id="71" name="Text 69"/>
          <p:cNvSpPr txBox="1"/>
          <p:nvPr/>
        </p:nvSpPr>
        <p:spPr>
          <a:xfrm>
            <a:off x="9683496" y="2505456"/>
            <a:ext cx="1645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ติ๊กวิทยุแล้วไปติ๊กรถแดง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ต่อได้เลยในรอบเดียว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9464040" y="4133088"/>
            <a:ext cx="2084832" cy="1828800"/>
          </a:xfrm>
          <a:prstGeom prst="roundRect">
            <a:avLst>
              <a:gd name="adj" fmla="val 3500"/>
            </a:avLst>
          </a:prstGeom>
          <a:solidFill>
            <a:srgbClr val="FBEC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 txBox="1"/>
          <p:nvPr/>
        </p:nvSpPr>
        <p:spPr>
          <a:xfrm>
            <a:off x="9683496" y="4261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เครื่องที่คนอื่นถือ</a:t>
            </a:r>
            <a:endParaRPr lang="en-US" sz="1250" dirty="0"/>
          </a:p>
        </p:txBody>
      </p:sp>
      <p:sp>
        <p:nvSpPr>
          <p:cNvPr id="74" name="Text 72"/>
          <p:cNvSpPr txBox="1"/>
          <p:nvPr/>
        </p:nvSpPr>
        <p:spPr>
          <a:xfrm>
            <a:off x="9683496" y="4535424"/>
            <a:ext cx="1645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ติ๊กไม่ได้ และบอกชื่อคนถือ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ถ้าจำเป็นให้แจ้งแอดมินโอนให้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11475720" y="6382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พนักงานหน้างาน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เครื่องมีปัญหา — แจ้งตอนไหน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673352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188720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9344" y="16733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ตอนเบิก — เสียมาก่อน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88720" y="214884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43584" y="220370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335024" y="22311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เบิกอุปกรณ์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316736" y="272491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2201C"/>
          </a:solidFill>
          <a:ln w="9525">
            <a:solidFill>
              <a:srgbClr val="2220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316736" y="27249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69748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RD-22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615184" y="26974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แจ้งเพิ่ม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316736" y="2971800"/>
            <a:ext cx="1956816" cy="310896"/>
          </a:xfrm>
          <a:prstGeom prst="roundRect">
            <a:avLst>
              <a:gd name="adj" fmla="val 14706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371600" y="297180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แจ้งไว้แล้ว · เสาอากาศหัก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316736" y="3355848"/>
            <a:ext cx="727862" cy="237744"/>
          </a:xfrm>
          <a:prstGeom prst="roundRect">
            <a:avLst>
              <a:gd name="adj" fmla="val 19231"/>
            </a:avLst>
          </a:prstGeom>
          <a:solidFill>
            <a:srgbClr val="F5B301"/>
          </a:solidFill>
          <a:ln w="6350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316736" y="3355848"/>
            <a:ext cx="7278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มีรอยขูด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08606" y="3355848"/>
            <a:ext cx="793699" cy="237744"/>
          </a:xfrm>
          <a:prstGeom prst="roundRect">
            <a:avLst>
              <a:gd name="adj" fmla="val 19231"/>
            </a:avLst>
          </a:prstGeom>
          <a:solidFill>
            <a:srgbClr val="F1EDE4"/>
          </a:solidFill>
          <a:ln w="6350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2108606" y="3355848"/>
            <a:ext cx="7936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แบตเสื่อม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316736" y="3685032"/>
            <a:ext cx="596189" cy="237744"/>
          </a:xfrm>
          <a:prstGeom prst="roundRect">
            <a:avLst>
              <a:gd name="adj" fmla="val 19231"/>
            </a:avLst>
          </a:prstGeom>
          <a:solidFill>
            <a:srgbClr val="F5B301"/>
          </a:solidFill>
          <a:ln w="6350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316736" y="3685032"/>
            <a:ext cx="5961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สูญหาย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976933" y="3685032"/>
            <a:ext cx="727862" cy="237744"/>
          </a:xfrm>
          <a:prstGeom prst="roundRect">
            <a:avLst>
              <a:gd name="adj" fmla="val 19231"/>
            </a:avLst>
          </a:prstGeom>
          <a:solidFill>
            <a:srgbClr val="F1EDE4"/>
          </a:solidFill>
          <a:ln w="6350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976933" y="3685032"/>
            <a:ext cx="7278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เสียงดัง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316736" y="4014216"/>
            <a:ext cx="1956816" cy="329184"/>
          </a:xfrm>
          <a:prstGeom prst="roundRect">
            <a:avLst>
              <a:gd name="adj" fmla="val 19444"/>
            </a:avLst>
          </a:prstGeom>
          <a:solidFill>
            <a:srgbClr val="EFE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316736" y="401421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ถ่ายรูปปัญหา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243584" y="567842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1243584" y="5678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38953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977640" y="1673352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3977640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398264" y="16733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ตอนคืน — เสียตอนใช้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77640" y="214884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032504" y="220370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4123944" y="22311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คืนของ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105656" y="272491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2201C"/>
          </a:solidFill>
          <a:ln w="9525">
            <a:solidFill>
              <a:srgbClr val="2220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105656" y="27249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4343400" y="269748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RD-22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5404104" y="26974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แจ้งเสีย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105656" y="2971800"/>
            <a:ext cx="1956816" cy="310896"/>
          </a:xfrm>
          <a:prstGeom prst="roundRect">
            <a:avLst>
              <a:gd name="adj" fmla="val 14706"/>
            </a:avLst>
          </a:prstGeom>
          <a:solidFill>
            <a:srgbClr val="FBEC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4160520" y="297180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เสียระหว่างที่เราใช้งาน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105656" y="3355848"/>
            <a:ext cx="596189" cy="237744"/>
          </a:xfrm>
          <a:prstGeom prst="roundRect">
            <a:avLst>
              <a:gd name="adj" fmla="val 19231"/>
            </a:avLst>
          </a:prstGeom>
          <a:solidFill>
            <a:srgbClr val="F5B301"/>
          </a:solidFill>
          <a:ln w="6350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4105656" y="3355848"/>
            <a:ext cx="5961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ตกหล่น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65853" y="3355848"/>
            <a:ext cx="530352" cy="237744"/>
          </a:xfrm>
          <a:prstGeom prst="roundRect">
            <a:avLst>
              <a:gd name="adj" fmla="val 19231"/>
            </a:avLst>
          </a:prstGeom>
          <a:solidFill>
            <a:srgbClr val="F1EDE4"/>
          </a:solidFill>
          <a:ln w="6350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4765853" y="335584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จอแตก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105656" y="3685032"/>
            <a:ext cx="596189" cy="237744"/>
          </a:xfrm>
          <a:prstGeom prst="roundRect">
            <a:avLst>
              <a:gd name="adj" fmla="val 19231"/>
            </a:avLst>
          </a:prstGeom>
          <a:solidFill>
            <a:srgbClr val="F5B301"/>
          </a:solidFill>
          <a:ln w="6350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4105656" y="3685032"/>
            <a:ext cx="5961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สูญหาย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65853" y="3685032"/>
            <a:ext cx="859536" cy="237744"/>
          </a:xfrm>
          <a:prstGeom prst="roundRect">
            <a:avLst>
              <a:gd name="adj" fmla="val 19231"/>
            </a:avLst>
          </a:prstGeom>
          <a:solidFill>
            <a:srgbClr val="F1EDE4"/>
          </a:solidFill>
          <a:ln w="6350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4765853" y="3685032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เปิดไม่ติด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105656" y="4014216"/>
            <a:ext cx="1956816" cy="329184"/>
          </a:xfrm>
          <a:prstGeom prst="roundRect">
            <a:avLst>
              <a:gd name="adj" fmla="val 19444"/>
            </a:avLst>
          </a:prstGeom>
          <a:solidFill>
            <a:srgbClr val="EFE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4105656" y="401421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ถ่ายรูปปัญหา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032504" y="567842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4032504" y="5678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6583680" y="2148840"/>
            <a:ext cx="4937760" cy="1691640"/>
          </a:xfrm>
          <a:prstGeom prst="roundRect">
            <a:avLst>
              <a:gd name="adj" fmla="val 3784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6803136" y="2276856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ทำไมต้องแจ้งตั้งแต่ตอนรับของ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6803136" y="2551176"/>
            <a:ext cx="449884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ถ้าเครื่องมีรอยมาก่อนแล้วเราไม่แจ้ง พอเอาไปคืนจะกลายเป็นว่าเราทำพัง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แจ้งไว้คือการป้องกันตัวเอง ไม่ใช่การขอซ่อม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583680" y="4023360"/>
            <a:ext cx="4937760" cy="1051560"/>
          </a:xfrm>
          <a:prstGeom prst="roundRect">
            <a:avLst>
              <a:gd name="adj" fmla="val 6087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6803136" y="4151376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บรรทัดสีเหลืองคืออะไร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6803136" y="4425696"/>
            <a:ext cx="44988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ปัญหาที่คนอื่นแจ้งไว้แล้ว อ่านอย่างเดียว กดแก้ไม่ได้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583680" y="5230368"/>
            <a:ext cx="4937760" cy="1051560"/>
          </a:xfrm>
          <a:prstGeom prst="roundRect">
            <a:avLst>
              <a:gd name="adj" fmla="val 6087"/>
            </a:avLst>
          </a:prstGeom>
          <a:solidFill>
            <a:srgbClr val="FBEC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 txBox="1"/>
          <p:nvPr/>
        </p:nvSpPr>
        <p:spPr>
          <a:xfrm>
            <a:off x="6803136" y="5358384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ถ้ากดสูญหาย</a:t>
            </a:r>
            <a:endParaRPr lang="en-US" sz="1250" dirty="0"/>
          </a:p>
        </p:txBody>
      </p:sp>
      <p:sp>
        <p:nvSpPr>
          <p:cNvPr id="61" name="Text 59"/>
          <p:cNvSpPr txBox="1"/>
          <p:nvPr/>
        </p:nvSpPr>
        <p:spPr>
          <a:xfrm>
            <a:off x="6803136" y="5632704"/>
            <a:ext cx="44988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แอดมินได้รับแจ้งเตือนทันทีที่กดส่ง ไม่รอรอบ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11475720" y="6382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พนักงานหน้างาน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บาร์โค้ด BY และเช็คอินประชุม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627632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18872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9344" y="16276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ส่งบาร์โค้ด BY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88720" y="210312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43584" y="215798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335024" y="21854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บาร์โค้ดจาก BY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335024" y="26517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เหตุผลที่เบิก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316736" y="2926080"/>
            <a:ext cx="596189" cy="237744"/>
          </a:xfrm>
          <a:prstGeom prst="roundRect">
            <a:avLst>
              <a:gd name="adj" fmla="val 19231"/>
            </a:avLst>
          </a:prstGeom>
          <a:solidFill>
            <a:srgbClr val="F5B301"/>
          </a:solidFill>
          <a:ln w="6350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316736" y="2926080"/>
            <a:ext cx="5961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ของหมด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976933" y="2926080"/>
            <a:ext cx="662026" cy="237744"/>
          </a:xfrm>
          <a:prstGeom prst="roundRect">
            <a:avLst>
              <a:gd name="adj" fmla="val 19231"/>
            </a:avLst>
          </a:prstGeom>
          <a:solidFill>
            <a:srgbClr val="F1EDE4"/>
          </a:solidFill>
          <a:ln w="6350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976933" y="2926080"/>
            <a:ext cx="6620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ของเสีย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316736" y="32552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CE9E1"/>
          </a:solidFill>
          <a:ln w="9525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316736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73936" y="32552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1EDE4"/>
          </a:solidFill>
          <a:ln w="9525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773936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16736" y="3749040"/>
            <a:ext cx="1956816" cy="329184"/>
          </a:xfrm>
          <a:prstGeom prst="roundRect">
            <a:avLst>
              <a:gd name="adj" fmla="val 19444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316736" y="374904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ส่งให้แอดมิน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243584" y="563270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243584" y="5632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38496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977640" y="1627632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397764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398264" y="16276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เช็คอินประชุม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977640" y="210312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032504" y="215798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123944" y="21854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เช็คอินเข้าประชุม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123944" y="26517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ถ่ายเซลฟี่ตัวเอง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05656" y="29260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CE9E1"/>
          </a:solidFill>
          <a:ln w="9525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4105656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05656" y="3419856"/>
            <a:ext cx="1956816" cy="310896"/>
          </a:xfrm>
          <a:prstGeom prst="roundRect">
            <a:avLst>
              <a:gd name="adj" fmla="val 14706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4160520" y="341985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ชื่อและเวลา ระบบใส่ให้เอง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05656" y="3803904"/>
            <a:ext cx="1956816" cy="329184"/>
          </a:xfrm>
          <a:prstGeom prst="roundRect">
            <a:avLst>
              <a:gd name="adj" fmla="val 19444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105656" y="3803904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ส่งเช็คอิน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032504" y="563270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4032504" y="5632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583680" y="2103120"/>
            <a:ext cx="4937760" cy="1737360"/>
          </a:xfrm>
          <a:prstGeom prst="roundRect">
            <a:avLst>
              <a:gd name="adj" fmla="val 3684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6803136" y="2231136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BY ไม่ได้ตัดสต็อกทันที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6803136" y="2505456"/>
            <a:ext cx="44988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หน้างานแค่ส่งรูปให้แอดมิน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แอดมินจะเป็นคนตัดสต็อกให้ทีหลัง หลังตรวจว่าของอยู่ในคลังนี้จริงหรือไม่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83680" y="4023360"/>
            <a:ext cx="4937760" cy="1737360"/>
          </a:xfrm>
          <a:prstGeom prst="roundRect">
            <a:avLst>
              <a:gd name="adj" fmla="val 3684"/>
            </a:avLst>
          </a:prstGeom>
          <a:solidFill>
            <a:srgbClr val="E9F2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6803136" y="4151376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กดเช็คอินซ้ำไม่นับซ้ำ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6803136" y="4425696"/>
            <a:ext cx="44988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ถ้ากดซ้ำภายใน 10 นาที ระบบคืนใบเดิมให้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เวลาใช้ของเซิร์ฟเวอร์ ปรับนาฬิกาในเครื่องแล้วไม่มีผล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1475720" y="6382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2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ผู้ตรวจสอบ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C2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ใช้ทั้งในแอพ และหน้าเว็บ  ·  เห็นทุกแผนก แต่แก้สต็อกหรือผู้ใช้ไม่ได้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382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ผู้ตรวจสอบ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ผู้ตรวจสอบทำอะไรได้บ้าง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96112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ในแอพมือถือ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9456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เบิกแทนคนอื่น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คืนแทนคนอื่น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โอนเครื่องให้คนอื่น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เปิดลิงก์งาน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212080" cy="2651760"/>
          </a:xfrm>
          <a:prstGeom prst="roundRect">
            <a:avLst>
              <a:gd name="adj" fmla="val 3448"/>
            </a:avLst>
          </a:prstGeom>
          <a:solidFill>
            <a:srgbClr val="FDF0CC"/>
          </a:solidFill>
          <a:ln w="9525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565392" y="1828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ในหน้าเว็บ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19456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ตรวจรายชื่อประชุม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ดูหลักฐานการประชุม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ดูแดชบอร์ดประชุม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ดูประวัติเบิกสิ้นเปลือง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ดูของค้างคืนทุกแผนก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ดูสถานะเบิก–คืน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526280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FBEC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59536" y="4654296"/>
            <a:ext cx="10442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สิ่งที่ผู้ตรวจสอบทำไม่ได้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4928616"/>
            <a:ext cx="10442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แก้สต็อก  ·  อนุมัติคำขอเบิก  ·  เพิ่มหรือแก้ผู้ใช้  ·  ลบหลักฐาน  ·  จัดการทะเบียนเครื่อง — สี่อย่างนี้เป็นของแอดมินขึ้นไป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475720" y="6382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ผู้ตรวจสอบ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ปุ่มลัดในแอพ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673352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188720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9344" y="16733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ปุ่มสายฟ้า = ลิงก์งาน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88720" y="214884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43584" y="220370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335024" y="22311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335024" y="26974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สวัสดี ผู้ตรวจสอบ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335024" y="28803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กดสายฟ้าบนหัวจอ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316736" y="3099816"/>
            <a:ext cx="1956816" cy="329184"/>
          </a:xfrm>
          <a:prstGeom prst="roundRect">
            <a:avLst>
              <a:gd name="adj" fmla="val 19444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316736" y="309981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ลิงก์งาน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335024" y="35204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ตารางเวรสัปดาห์นี้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615184" y="35204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↗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335024" y="3794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แบบฟอร์มแจ้งซ่อม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615184" y="37947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↗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16736" y="4069080"/>
            <a:ext cx="1956816" cy="310896"/>
          </a:xfrm>
          <a:prstGeom prst="roundRect">
            <a:avLst>
              <a:gd name="adj" fmla="val 14706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371600" y="406908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เจ้าของระบบเป็นคนใส่ลิงก์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243584" y="567842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243584" y="5678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38953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977640" y="1673352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3977640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398264" y="16733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ปุ่มเข้าหน้าเว็บ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77640" y="214884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032504" y="220370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123944" y="22311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05656" y="2697480"/>
            <a:ext cx="1956816" cy="329184"/>
          </a:xfrm>
          <a:prstGeom prst="roundRect">
            <a:avLst>
              <a:gd name="adj" fmla="val 19444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105656" y="26974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หน้าตรวจสอบ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05656" y="3118104"/>
            <a:ext cx="1956816" cy="310896"/>
          </a:xfrm>
          <a:prstGeom prst="roundRect">
            <a:avLst>
              <a:gd name="adj" fmla="val 14706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4160520" y="311810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กดแล้วเข้าหน้าเว็บได้เลย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4123944" y="3502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คืนของ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404104" y="35021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เครื่อง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4123944" y="37764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บัญชีของฉัน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032504" y="567842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4032504" y="5678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6583680" y="2148840"/>
            <a:ext cx="4937760" cy="1737360"/>
          </a:xfrm>
          <a:prstGeom prst="roundRect">
            <a:avLst>
              <a:gd name="adj" fmla="val 3684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803136" y="2276856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ปุ่มสายฟ้าเห็นเฉพาะใคร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03136" y="2551176"/>
            <a:ext cx="44988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แอดมิน ผู้ตรวจสอบ และเจ้าของระบบ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พนักงานหน้างานไม่เห็นปุ่มนี้ เพราะลิงก์บางอันเป็นเอกสารภายใน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83680" y="4069080"/>
            <a:ext cx="4937760" cy="1737360"/>
          </a:xfrm>
          <a:prstGeom prst="roundRect">
            <a:avLst>
              <a:gd name="adj" fmla="val 3684"/>
            </a:avLst>
          </a:prstGeom>
          <a:solidFill>
            <a:srgbClr val="E9F2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803136" y="4197096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เข้าหน้าเว็บจากมือถือก็ได้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803136" y="4471416"/>
            <a:ext cx="44988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แต่ตารางกว้าง ดูบนคอมสะดวกกว่ามาก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โดยเฉพาะหน้ารายชื่อประชุมกับสถานะเบิก–คืน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1475720" y="6382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ผู้ตรวจสอบ · ในแอพ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เบิกแทน และคืนแทน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673352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188720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9344" y="16733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เบิกแทน — เลือกชื่อคนก่อน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88720" y="214884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43584" y="220370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335024" y="22311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เบิกอุปกรณ์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335024" y="26974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เบิกให้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316736" y="2971800"/>
            <a:ext cx="1956816" cy="329184"/>
          </a:xfrm>
          <a:prstGeom prst="roundRect">
            <a:avLst>
              <a:gd name="adj" fmla="val 19444"/>
            </a:avLst>
          </a:prstGeom>
          <a:solidFill>
            <a:srgbClr val="EFE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316736" y="297180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สมชาย ใจดี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16736" y="3392424"/>
            <a:ext cx="1956816" cy="310896"/>
          </a:xfrm>
          <a:prstGeom prst="roundRect">
            <a:avLst>
              <a:gd name="adj" fmla="val 14706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371600" y="339242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ของจะไปค้างชื่อเขา ไม่ใช่เรา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335024" y="37764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Power Pallet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615184" y="377647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ว่าง 16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335024" y="4050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วิทยุสื่อสาร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615184" y="40507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ว่าง 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243584" y="567842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243584" y="5678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38953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977640" y="1673352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977640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398264" y="16733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คืนแทน — อยู่หน้าคืนของ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77640" y="214884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032504" y="220370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123944" y="22311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คืนของ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123944" y="26974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เครื่องที่คนอื่นถืออยู่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123944" y="29718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PP-15 · สมชาย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404104" y="297180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เลยกะ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05656" y="3246120"/>
            <a:ext cx="1956816" cy="329184"/>
          </a:xfrm>
          <a:prstGeom prst="roundRect">
            <a:avLst>
              <a:gd name="adj" fmla="val 19444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4105656" y="324612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คืนแทน|โอน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05656" y="3666744"/>
            <a:ext cx="1452067" cy="237744"/>
          </a:xfrm>
          <a:prstGeom prst="roundRect">
            <a:avLst>
              <a:gd name="adj" fmla="val 19231"/>
            </a:avLst>
          </a:prstGeom>
          <a:solidFill>
            <a:srgbClr val="F5B301"/>
          </a:solidFill>
          <a:ln w="6350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4105656" y="3666744"/>
            <a:ext cx="14520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เอามาคืนที่ห้องแล้ว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05656" y="3995928"/>
            <a:ext cx="1956816" cy="310896"/>
          </a:xfrm>
          <a:prstGeom prst="roundRect">
            <a:avLst>
              <a:gd name="adj" fmla="val 14706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160520" y="399592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เหตุผลบังคับ · รูปไม่บังคับ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032504" y="567842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4032504" y="5678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583680" y="2148840"/>
            <a:ext cx="4937760" cy="1737360"/>
          </a:xfrm>
          <a:prstGeom prst="roundRect">
            <a:avLst>
              <a:gd name="adj" fmla="val 3684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6803136" y="2276856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ทำไมคืนแทนบังคับใส่เหตุผล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6803136" y="2551176"/>
            <a:ext cx="44988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รายการนี้ไปปิดประวัติของคนอื่น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ถ้าไม่มีเหตุผลติดไว้ พอย้อนดูเดือนหน้าจะไม่รู้ว่าปิดเพราะอะไร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83680" y="4069080"/>
            <a:ext cx="4937760" cy="1737360"/>
          </a:xfrm>
          <a:prstGeom prst="roundRect">
            <a:avLst>
              <a:gd name="adj" fmla="val 3684"/>
            </a:avLst>
          </a:prstGeom>
          <a:solidFill>
            <a:srgbClr val="E9F2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6803136" y="4197096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กำหนดคืนคิดจากกะของใคร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6803136" y="4471416"/>
            <a:ext cx="44988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คิดจากกะของคนที่รับของ ไม่ใช่กะของคนกด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เพราะเขาคือคนที่ต้องเอามาคืน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1475720" y="6382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ผู้ตรวจสอบ · ในแอพ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โอนเครื่องให้คนอื่นใช้ชั่วคราว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673352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188720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9344" y="16733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กดโอนที่เครื่องนั้น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88720" y="214884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43584" y="220370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335024" y="22311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โอนเครื่อง PP-15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316736" y="2697480"/>
            <a:ext cx="1956816" cy="310896"/>
          </a:xfrm>
          <a:prstGeom prst="roundRect">
            <a:avLst>
              <a:gd name="adj" fmla="val 14706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371600" y="269748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สมชายถืออยู่ ตั้งแต่ 12:24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335024" y="30815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โอนให้ใคร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335024" y="33558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ค้นหาชื่อ...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335024" y="36301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สมหญิง รักดี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335024" y="3813048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47480 · REPACK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1335024" y="40325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ประเสริฐ มั่นคง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335024" y="4215384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47512 · BULKY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243584" y="567842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243584" y="5678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38953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977640" y="1673352"/>
            <a:ext cx="347472" cy="347472"/>
          </a:xfrm>
          <a:prstGeom prst="ellipse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977640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398264" y="16733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เลือกเครื่องอื่นพ่วงได้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77640" y="2148840"/>
            <a:ext cx="2212848" cy="385876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032504" y="220370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123944" y="22311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โอนเครื่อง PP-15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123944" y="26974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โอนให้ สมหญิง รักดี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123944" y="29718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โอนเครื่องอื่นพร้อมกัน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05656" y="327355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2201C"/>
          </a:solidFill>
          <a:ln w="9525">
            <a:solidFill>
              <a:srgbClr val="2220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105656" y="32735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4343400" y="3246120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PP-18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05656" y="354787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343400" y="3520440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PP-19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05656" y="3794760"/>
            <a:ext cx="1956816" cy="329184"/>
          </a:xfrm>
          <a:prstGeom prst="roundRect">
            <a:avLst>
              <a:gd name="adj" fmla="val 19444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105656" y="379476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ยืนยันโอน 2 เครื่อง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032504" y="5678424"/>
            <a:ext cx="2103120" cy="274320"/>
          </a:xfrm>
          <a:prstGeom prst="rect">
            <a:avLst/>
          </a:prstGeom>
          <a:solidFill>
            <a:srgbClr val="F1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4032504" y="5678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   วัสดุ    ตะกร้า    ประวัติ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6583680" y="2148840"/>
            <a:ext cx="4937760" cy="2103120"/>
          </a:xfrm>
          <a:prstGeom prst="roundRect">
            <a:avLst>
              <a:gd name="adj" fmla="val 3043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803136" y="2276856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เกิดอะไรขึ้นหลังกดโอน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03136" y="2551176"/>
            <a:ext cx="449884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คนเดิมหลุดจากรายการค้างทันที เฉพาะเครื่องที่โอน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เครื่องอื่นในใบเดียวกันยังค้างชื่อเขาตามเดิม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คนรับเห็นแถบเตือนว่ามีเครื่องโอนมาให้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83680" y="4434840"/>
            <a:ext cx="4937760" cy="1508760"/>
          </a:xfrm>
          <a:prstGeom prst="roundRect">
            <a:avLst>
              <a:gd name="adj" fmla="val 4242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803136" y="4562856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คนรับต้องกดเบิกเอง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803136" y="4837176"/>
            <a:ext cx="44988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ระบบไม่ยัดเครื่องใส่มือเขา เพราะจังหวะกดเบิกคือจังหวะถ่ายรูปสภาพเครื่อง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พอคืนแล้วเครื่องกลับไปอยู่แผนกเดิม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1475720" y="6382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ผู้ตรวจสอบ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หน้าเว็บ — ตรวจการประชุม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7665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1371600" cy="3840480"/>
          </a:xfrm>
          <a:prstGeom prst="rect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7282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BPL SUPPLY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02536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หน้าแรก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49808" y="2240280"/>
            <a:ext cx="1243584" cy="228600"/>
          </a:xfrm>
          <a:prstGeom prst="roundRect">
            <a:avLst>
              <a:gd name="adj" fmla="val 16000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225856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รายชื่อประชุม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1460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หลักฐานการประชุม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77063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แดชบอร์ดประชุม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02666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ประวัติเบิกสิ้นเปลือง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282696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ของค้างคืน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53872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Asset ที่ยังไม่คืน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79476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สถานะเบิก–คืน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2212848" y="17465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รายชื่อประชุม · 25 ก.ย. 69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12848" y="2075688"/>
            <a:ext cx="1093622" cy="237744"/>
          </a:xfrm>
          <a:prstGeom prst="roundRect">
            <a:avLst>
              <a:gd name="adj" fmla="val 19231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212848" y="2075688"/>
            <a:ext cx="10936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เลือกทั้งหมด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97910" y="2075688"/>
            <a:ext cx="665683" cy="237744"/>
          </a:xfrm>
          <a:prstGeom prst="roundRect">
            <a:avLst>
              <a:gd name="adj" fmla="val 19231"/>
            </a:avLst>
          </a:prstGeom>
          <a:solidFill>
            <a:srgbClr val="EFE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3397910" y="2075688"/>
            <a:ext cx="6656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55034" y="2075688"/>
            <a:ext cx="665683" cy="237744"/>
          </a:xfrm>
          <a:prstGeom prst="roundRect">
            <a:avLst>
              <a:gd name="adj" fmla="val 19231"/>
            </a:avLst>
          </a:prstGeom>
          <a:solidFill>
            <a:srgbClr val="EFE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155034" y="2075688"/>
            <a:ext cx="6656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ยกเลิก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12848" y="2404872"/>
            <a:ext cx="5010912" cy="274320"/>
          </a:xfrm>
          <a:prstGeom prst="rect">
            <a:avLst/>
          </a:prstGeom>
          <a:solidFill>
            <a:srgbClr val="F4F1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2286000" y="2404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สมชาย ใจดี · 47476 · 08:02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199632" y="2404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ยืนยันแล้ว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12848" y="2715768"/>
            <a:ext cx="501091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2286000" y="2715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สมหญิง รักดี · 47480 · 08:05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199632" y="2715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รอตรวจ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212848" y="3026664"/>
            <a:ext cx="5010912" cy="274320"/>
          </a:xfrm>
          <a:prstGeom prst="rect">
            <a:avLst/>
          </a:prstGeom>
          <a:solidFill>
            <a:srgbClr val="F4F1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2286000" y="3026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ประเสริฐ มั่นคง · 47512 · 08:11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199632" y="3026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รอตรวจ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12848" y="3337560"/>
            <a:ext cx="501091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228600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วิไล สุขใจ · 47533 · 08:20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199632" y="3337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ไม่นับ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726680" y="1600200"/>
            <a:ext cx="3794760" cy="1874520"/>
          </a:xfrm>
          <a:prstGeom prst="roundRect">
            <a:avLst>
              <a:gd name="adj" fmla="val 3415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7946136" y="1728216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ตัดสินที่หน้านี้หน้าเดียว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946136" y="2002536"/>
            <a:ext cx="335584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เลือกวันที่ ค้นหารายคน ดูรูปเซลฟี่ติดเวลา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กดยืนยัน แก้ไข หรือยกเลิกถ้าพบว่ารูปปลอม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726680" y="3657600"/>
            <a:ext cx="3794760" cy="1874520"/>
          </a:xfrm>
          <a:prstGeom prst="roundRect">
            <a:avLst>
              <a:gd name="adj" fmla="val 3415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7946136" y="3785616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อีกสองเมนูไว้ดูอย่างเดียว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7946136" y="4059936"/>
            <a:ext cx="335584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หลักฐานการประชุม = ตารางรายชื่อ ไม่มีปุ่มตัดสิน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แดชบอร์ด = ใครเข้ากี่ครั้งในเดือนที่เลือก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1475720" y="6382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ผู้ตรวจสอบ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หน้าเว็บ — ของค้างคืนทุกแผนก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7665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1371600" cy="3840480"/>
          </a:xfrm>
          <a:prstGeom prst="rect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7282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BPL SUPPLY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02536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หน้าแรก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5856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รายชื่อประชุม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1460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หลักฐานการประชุม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7063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แดชบอร์ดประชุม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2666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ประวัติเบิกสิ้นเปลือง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282696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ของค้างคืน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49808" y="3520440"/>
            <a:ext cx="1243584" cy="228600"/>
          </a:xfrm>
          <a:prstGeom prst="roundRect">
            <a:avLst>
              <a:gd name="adj" fmla="val 16000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353872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Asset ที่ยังไม่คืน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79476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สถานะเบิก–คืน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2212848" y="17465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Asset ที่ยังไม่คืน · 4 เครื่อง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12848" y="2075688"/>
            <a:ext cx="5010912" cy="274320"/>
          </a:xfrm>
          <a:prstGeom prst="rect">
            <a:avLst/>
          </a:prstGeom>
          <a:solidFill>
            <a:srgbClr val="F4F1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286000" y="2075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PP-15 · สมชาย ใจดี · INLHBG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2075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เลยกะ 3 ชม.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12848" y="2386584"/>
            <a:ext cx="665683" cy="237744"/>
          </a:xfrm>
          <a:prstGeom prst="roundRect">
            <a:avLst>
              <a:gd name="adj" fmla="val 19231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2212848" y="2386584"/>
            <a:ext cx="6656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คืนแทน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69971" y="2386584"/>
            <a:ext cx="451714" cy="237744"/>
          </a:xfrm>
          <a:prstGeom prst="roundRect">
            <a:avLst>
              <a:gd name="adj" fmla="val 19231"/>
            </a:avLst>
          </a:prstGeom>
          <a:solidFill>
            <a:srgbClr val="EFE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2969971" y="2386584"/>
            <a:ext cx="451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โอน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12848" y="2715768"/>
            <a:ext cx="501091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2286000" y="2715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RD-22 · สมหญิง · REPACK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199632" y="2715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ถือ 2 ชม.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212848" y="3026664"/>
            <a:ext cx="5010912" cy="274320"/>
          </a:xfrm>
          <a:prstGeom prst="rect">
            <a:avLst/>
          </a:prstGeom>
          <a:solidFill>
            <a:srgbClr val="F4F1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2286000" y="3026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PP-08 · ประเสริฐ · BULKY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199632" y="3026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ถือ 5 ชม.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12848" y="3337560"/>
            <a:ext cx="501091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228600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BPL 16 · วิไล · ALL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199632" y="3337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ถือ 1 ชม.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726680" y="1600200"/>
            <a:ext cx="3794760" cy="1874520"/>
          </a:xfrm>
          <a:prstGeom prst="roundRect">
            <a:avLst>
              <a:gd name="adj" fmla="val 3415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946136" y="1728216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ทำอะไรได้ที่หน้านี้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946136" y="2002536"/>
            <a:ext cx="335584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คืนแทนเจ้าตัว และโอนเครื่องให้คนอื่น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อัปโหลดรูปตอนคืนแทนได้ด้วย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26680" y="3657600"/>
            <a:ext cx="3794760" cy="1874520"/>
          </a:xfrm>
          <a:prstGeom prst="roundRect">
            <a:avLst>
              <a:gd name="adj" fmla="val 3415"/>
            </a:avLst>
          </a:prstGeom>
          <a:solidFill>
            <a:srgbClr val="FBEC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946136" y="3785616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ปุ่มที่ผู้ตรวจสอบไม่เห็น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946136" y="4059936"/>
            <a:ext cx="335584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 “ยกเลิก — กดผิด” เป็นของแอดมินขึ้นไป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เพราะปุ่มนั้นลบประวัติทิ้ง ไม่ใช่แค่ปิดรายการ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1475720" y="6382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ผู้ตรวจสอบ · หน้าที่ใช้ตรวจบ่อยที่สุด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หน้าเว็บ — สถานะเบิก–คืน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7665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9C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1371600" cy="3840480"/>
          </a:xfrm>
          <a:prstGeom prst="rect">
            <a:avLst/>
          </a:prstGeom>
          <a:solidFill>
            <a:srgbClr val="22201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7282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B30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BPL SUPPLY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02536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หน้าแรก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5856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รายชื่อประชุม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1460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หลักฐานการประชุม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7063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แดชบอร์ดประชุม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2666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ประวัติเบิกสิ้นเปลือง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282696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ของค้างคืน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53872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A19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Asset ที่ยังไม่คืน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49808" y="3776472"/>
            <a:ext cx="1243584" cy="228600"/>
          </a:xfrm>
          <a:prstGeom prst="roundRect">
            <a:avLst>
              <a:gd name="adj" fmla="val 16000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379476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สถานะเบิก–คืน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2212848" y="17465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สถานะเบิก–คืน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12848" y="2075688"/>
            <a:ext cx="1164946" cy="237744"/>
          </a:xfrm>
          <a:prstGeom prst="roundRect">
            <a:avLst>
              <a:gd name="adj" fmla="val 19231"/>
            </a:avLst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212848" y="2075688"/>
            <a:ext cx="11649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อุปกรณ์ Asset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69234" y="2075688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EFE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3469234" y="20756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วัสดุ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55034" y="2075688"/>
            <a:ext cx="1450238" cy="237744"/>
          </a:xfrm>
          <a:prstGeom prst="roundRect">
            <a:avLst>
              <a:gd name="adj" fmla="val 19231"/>
            </a:avLst>
          </a:prstGeom>
          <a:solidFill>
            <a:srgbClr val="EFE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155034" y="2075688"/>
            <a:ext cx="14502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เฉพาะที่ยังไม่ครบ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12848" y="2404872"/>
            <a:ext cx="5010912" cy="274320"/>
          </a:xfrm>
          <a:prstGeom prst="rect">
            <a:avLst/>
          </a:prstGeom>
          <a:solidFill>
            <a:srgbClr val="F4F1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2286000" y="2404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สมชาย ใจดี · 47476 · เบิก 12:24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199632" y="2404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23B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ค้าง 1 จาก 3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12848" y="2715768"/>
            <a:ext cx="501091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2286000" y="2715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Power Pallet · PP-15 PP-18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199632" y="2715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 5 ใบ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212848" y="3026664"/>
            <a:ext cx="5010912" cy="274320"/>
          </a:xfrm>
          <a:prstGeom prst="rect">
            <a:avLst/>
          </a:prstGeom>
          <a:solidFill>
            <a:srgbClr val="F4F1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2286000" y="3026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วิทยุ · RD-22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199632" y="3026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 1 ใบ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12848" y="3337560"/>
            <a:ext cx="501091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228600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 03:10 · PP-15 PP-18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199632" y="3337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F6B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 5 ใบ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726680" y="1600200"/>
            <a:ext cx="3794760" cy="2011680"/>
          </a:xfrm>
          <a:prstGeom prst="roundRect">
            <a:avLst>
              <a:gd name="adj" fmla="val 3182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7946136" y="1728216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หนึ่งการ์ด = การกดส่งหนึ่งครั้ง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946136" y="2002536"/>
            <a:ext cx="335584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เห็นครบในที่เดียว — ใครเบิก เบิกอะไร รูปตอนเบิก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คืนเมื่อไหร่ รูปตอนคืน และยังค้างอีกกี่เครื่อง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726680" y="3794760"/>
            <a:ext cx="3794760" cy="1737360"/>
          </a:xfrm>
          <a:prstGeom prst="roundRect">
            <a:avLst>
              <a:gd name="adj" fmla="val 3684"/>
            </a:avLst>
          </a:prstGeom>
          <a:solidFill>
            <a:srgbClr val="FDF0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7946136" y="3922776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6A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จุดสีบอกสถานะ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7946136" y="4197096"/>
            <a:ext cx="33558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เขียว = คืนแล้ว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แดง = ยังไม่คืน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เหลือง = โอนไปแล้ว หรือปิดโดยแอดมิน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1475720" y="6382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สรุปสั้น ๆ ก่อนเริ่มใช้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18470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พนักงานหน้างาน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เบิกแล้วถ่ายรูปให้ตรงกับของจริง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เครื่องมีปัญหา แจ้งตั้งแต่ตอนรับของ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คืนของแล้วต้องกดในแอพด้วย ไม่งั้นยังค้างชื่อเรา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ของชำรุดอย่าเลือกสภาพดี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ใช้บัญชีตัวเองเท่านั้น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64592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DF0CC"/>
          </a:solidFill>
          <a:ln w="9525">
            <a:solidFill>
              <a:srgbClr val="DF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583680" y="18470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ผู้ตรวจสอบ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28600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เห็นทุกแผนก แต่แก้สต็อกหรือผู้ใช้ไม่ได้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คืนแทนต้องใส่เหตุผลทุกครั้ง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โอนเครื่องแล้วคนรับต้องกดเบิกเอง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ตัดสินการประชุมที่หน้ารายชื่อประชุมหน้าเดียว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641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หน้าเว็บดูบนคอมสะดวกกว่ามือถือมาก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6382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2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3749040"/>
            <a:ext cx="4389120" cy="4389120"/>
          </a:xfrm>
          <a:prstGeom prst="ellipse">
            <a:avLst/>
          </a:prstGeom>
          <a:solidFill>
            <a:srgbClr val="332F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2468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ติดตรงไหน แคปหน้าจอส่งมา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2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บอกว่ากดอะไรก่อนหน้านั้น จะตามเรื่องได้เร็วกว่าคำว่า “แอพพัง”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382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7D7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</TotalTime>
  <Words>2036</Words>
  <Application>Microsoft Office PowerPoint</Application>
  <PresentationFormat>แบบจอกว้าง</PresentationFormat>
  <Paragraphs>514</Paragraphs>
  <Slides>19</Slides>
  <Notes>19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2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19</vt:i4>
      </vt:variant>
    </vt:vector>
  </HeadingPairs>
  <TitlesOfParts>
    <vt:vector size="22" baseType="lpstr">
      <vt:lpstr>Arial</vt:lpstr>
      <vt:lpstr>Tahoma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BPL SUPPLY — ขั้นตอนการใช้งาน</dc:title>
  <dc:subject>PptxGenJS Presentation</dc:subject>
  <dc:creator>BPL SUPPLY</dc:creator>
  <cp:lastModifiedBy>bestzaxone@gmail.com</cp:lastModifiedBy>
  <cp:revision>2</cp:revision>
  <dcterms:created xsi:type="dcterms:W3CDTF">2026-09-24T22:44:15Z</dcterms:created>
  <dcterms:modified xsi:type="dcterms:W3CDTF">2026-09-25T10:08:11Z</dcterms:modified>
</cp:coreProperties>
</file>