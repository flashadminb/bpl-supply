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คู่มือนี้ครอบคลุมทั้งฝั่งแอพพนักงานและฝั่งเว็บแอดมิน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754880" cy="4754880"/>
          </a:xfrm>
          <a:prstGeom prst="ellipse">
            <a:avLst/>
          </a:prstGeom>
          <a:solidFill>
            <a:srgbClr val="3A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BPL SUPPLY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คู่มือการใช้งาน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2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ระบบเบิก–คืนวัสดุและอุปกรณ์  ·  ฮับ BPL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3200400" cy="566928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2062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ฉบับเดือนกันยายน 2569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ในคู่มือนี้มีอะไรบ้าง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178308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เริ่มต้นใช้งาน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130552"/>
            <a:ext cx="209397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ใครใช้อะไรได้บ้าง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เข้าระบบครั้งแรก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เปิดแจ้งเตือน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56432" y="16002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12464" y="178308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ฝั่งแอพ — หน้างาน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712464" y="2130552"/>
            <a:ext cx="209397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เบิก–คืนวัสดุสิ้นเปลือง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เบิก–คืนอุปกรณ์ Asset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แจ้งปัญหา / สูญหาย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บาร์โค้ด BY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เช็คอินประชุม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2784" y="16002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28816" y="178308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ฝั่งเว็บ — แอดมิน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28816" y="2130552"/>
            <a:ext cx="209397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อนุมัติและสต็อก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ของค้างคืน คืนแทน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สถานะเบิก–คืน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ส่งออก Google Sheet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ผู้ใช้และสิทธิ์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89136" y="16002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45168" y="178308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เมื่อเจอปัญหา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345168" y="2130552"/>
            <a:ext cx="209397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อาการที่พบบ่อย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กฎที่ห้ามพลาด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บทบาทและสิทธิ์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ใครใช้อะไรได้บ้าง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8308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พนักงานหน้างาน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30552"/>
            <a:ext cx="209397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เบิก–คืนวัสดุและอุปกรณ์ของตัวเอง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แจ้งปัญหาเครื่อง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ส่งบาร์โค้ด BY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เช็คอินประชุม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ดูรูปหลักฐานไม่ได้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56432" y="16002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12464" y="178308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ผู้ตรวจสอบ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712464" y="2130552"/>
            <a:ext cx="209397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เห็นทุกแผนก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เบิกแทน / คืนแทน / โอนเครื่อง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ตรวจรายชื่อประชุม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ดูประวัติเบิกสิ้นเปลือง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แก้สต็อกหรือผู้ใช้ไม่ได้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2784" y="16002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28816" y="178308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แอดมิน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28816" y="2130552"/>
            <a:ext cx="209397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ทุกอย่างของผู้ตรวจสอบ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อนุมัติคำขอ แก้สต็อก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ปิดรายการค้าง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จัดการทะเบียนเครื่อง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ส่งออก Google Sheet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89136" y="16002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DF0CC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45168" y="178308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เจ้าของระบบ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345168" y="2130552"/>
            <a:ext cx="209397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ทุกอย่างของแอดมิน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เพิ่ม–แก้ผู้ใช้และสิทธิ์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ลบหลักฐานถาวร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ตั้งกะและรหัสผ่าน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เริ่มต้นใช้งาน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เข้าระบบครั้งแรก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26464" y="1700784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เปิดลิงก์ที่แอดมินส่งให้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2011680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เปิดในมือถือ แล้วกด “เพิ่มไปหน้าจอโฮม” จะได้ไอคอนเหมือนแอพจริง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70048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26464" y="2633472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ใส่รหัสพนักงานและรหัสผ่าน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26464" y="2944368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รหัสพนักงานคือชื่อผู้ใช้ ไม่ต้องใส่อีเมล · รหัสผ่านชุดแรกแอดมินเป็นคนตั้งให้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602736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3566160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ตั้งรหัสผ่านใหม่ของตัวเอง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26464" y="3877056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ระบบบังคับตั้งใหม่ก่อนใช้งาน ข้ามไม่ได้ ตั้งแล้วแอดมินก็ไม่เห็นรหัสคุณ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535424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535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26464" y="4498848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กดอนุญาตแจ้งเตือน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26464" y="4809744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สำคัญที่สุด ถ้าไม่กดจะไม่ได้รับแจ้งเตือนอะไรเลย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40880" y="1737360"/>
            <a:ext cx="4480560" cy="1691640"/>
          </a:xfrm>
          <a:prstGeom prst="roundRect">
            <a:avLst>
              <a:gd name="adj" fmla="val 4324"/>
            </a:avLst>
          </a:prstGeom>
          <a:solidFill>
            <a:srgbClr val="FDF0CC"/>
          </a:solidFill>
          <a:ln w="12700">
            <a:solidFill>
              <a:srgbClr val="FDF0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96912" y="188366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ลืมรหัสผ่านทำยังไง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2176272"/>
            <a:ext cx="39684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แจ้งแอดมิน แล้วแอดมินจะรีเซ็ตให้ พร้อมออกรหัสชั่วคราวและ QR ให้สแกนเข้าได้เลย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เข้าได้แล้วระบบจะบังคับตั้งรหัสใหม่อีกครั้ง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40880" y="3657600"/>
            <a:ext cx="4480560" cy="1874520"/>
          </a:xfrm>
          <a:prstGeom prst="roundRect">
            <a:avLst>
              <a:gd name="adj" fmla="val 3902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6912" y="380390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ห้ามใช้บัญชีคนอื่น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296912" y="4096512"/>
            <a:ext cx="396849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ทุกการเบิก–คืนผูกกับชื่อคนที่ล็อกอิน และรูปทุกใบมีลายน้ำชื่อกับเวลา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ถ้าใช้บัญชีคนอื่นแล้วของหาย จะกลายเป็นความรับผิดของเจ้าของบัญชี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เริ่มต้นใช้งาน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เปิดแจ้งเตือน — ทำครั้งเดียวจบ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8308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วิธีเปิด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30552"/>
            <a:ext cx="48828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เข้าแอพ → เมนู “บัญชีของฉัน”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 “เปิดแจ้งเตือน”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มือถือจะถามยืนยัน ให้กด “อนุญาต”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84048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ถ้ากดแล้วไม่ขึ้น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187952"/>
            <a:ext cx="488289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iPhone ต้องเพิ่มแอพไปหน้าจอโฮมก่อน ถึงจะเปิดแจ้งเตือนได้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เคยกดปฏิเสธไปแล้ว ต้องไปเปิดในตั้งค่าของเครื่อง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56832" y="1783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ระบบจะเตือนเรื่องอะไรบ้าง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56832" y="22128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คำขอเบิกเข้ามาใหม่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22128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แอดมิน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656832" y="26700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ของใกล้หมดสต็อก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692640" y="26700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แอดมิน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656832" y="31272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ของค้างคืนเลยกะ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692640" y="31272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เจ้าตัว + แอดมิน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656832" y="35844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แจ้งเครื่องชำรุด / สูญหาย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692640" y="35844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แอดมิน ทันที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656832" y="40416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บาร์โค้ด BY ส่งเข้ามา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40416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แอดมิน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656832" y="44988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มีเครื่องโอนมาให้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44988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คนที่รับโอน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656832" y="49560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นัดประชุมใหม่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49560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ทุกคน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2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ฝั่งแอพ — สำหรับหน้างาน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แถบล่างมี 4 ปุ่ม  ·  หน้าหลัก  ·  วัสดุ  ·  ตะกร้า  ·  ประวัติ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ฝั่งแอพ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เบิกวัสดุสิ้นเปลือง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26464" y="1700784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“เบิกวัสดุ” หรือสแกน QR ที่ชั้นวาง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2011680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สแกนจะเด้งเข้าหน้ารายการนั้นเลย ไม่ต้องไล่หา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70048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26464" y="2633472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ใส่จำนวนแล้วกดเพิ่มลงตะกร้า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26464" y="2944368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เลือกได้หลายรายการ ตะกร้าเก็บไว้ให้แม้ปิดแอพไปแล้ว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602736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3566160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กดตะกร้า ตรวจของอีกรอบ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26464" y="3877056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แก้จำนวนหรือลบออกได้ที่นี่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535424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535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26464" y="4498848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ถ่ายรูปหลักฐาน แล้วกดยืนยัน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26464" y="4809744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ถ่ายได้สูงสุด 5 ใบ · รูปติดลายน้ำชื่อและเวลาให้อัตโนมัติ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40880" y="1737360"/>
            <a:ext cx="4480560" cy="1737360"/>
          </a:xfrm>
          <a:prstGeom prst="roundRect">
            <a:avLst>
              <a:gd name="adj" fmla="val 4211"/>
            </a:avLst>
          </a:prstGeom>
          <a:solidFill>
            <a:srgbClr val="FDF0CC"/>
          </a:solidFill>
          <a:ln w="12700">
            <a:solidFill>
              <a:srgbClr val="FDF0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96912" y="188366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ของบางอย่างต้องคืน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2176272"/>
            <a:ext cx="39684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รายการที่เป็นของยืม–คืน ระบบจะขึ้นเตือนตั้งแต่ตอนเบิก และจะไปค้างอยู่ในหน้า “คืนของ” จนกว่าจะคืนครบ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40880" y="3703320"/>
            <a:ext cx="4480560" cy="1828800"/>
          </a:xfrm>
          <a:prstGeom prst="roundRect">
            <a:avLst>
              <a:gd name="adj" fmla="val 4000"/>
            </a:avLst>
          </a:prstGeom>
          <a:solidFill>
            <a:srgbClr val="E9F2ED"/>
          </a:solidFill>
          <a:ln w="12700">
            <a:solidFill>
              <a:srgbClr val="E9F2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6912" y="384962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ส่งไม่สำเร็จเพราะเน็ตหลุด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296912" y="4142232"/>
            <a:ext cx="39684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กดยืนยันซ้ำได้เลย ระบบกันการเบิกซ้ำให้อยู่แล้ว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ถ้ารูปขึ้นไม่ครบ ระบบจะส่งเฉพาะใบที่ยังขาด ไม่ส่งซ้ำทั้งหมด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ฝั่งแอพ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คืนวัสดุยืม–คืน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8308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คืนทีละรายการ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30552"/>
            <a:ext cx="30540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 “คืน” ของรายการนั้น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ใส่จำนวนที่คืนจริง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เลือกสภาพของ แล้วถ่ายรูป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600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DF0CC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90872" y="178308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คืนหลายรายการรวดเดียว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90872" y="2130552"/>
            <a:ext cx="30540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ติ๊กช่องหน้ารายการ หรือกด “เลือกทั้งหมด”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กดแถบด้านล่าง “คืนที่เลือก N รายการ”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ถ่ายรูปกองเดียว ใช้กับทุกรายการ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85632" y="178308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สภาพของ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85632" y="2130552"/>
            <a:ext cx="27797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สภาพดี — เข้าสต็อกคืน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ชำรุด — ไม่เข้าสต็อก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สูญหาย — ไม่เข้าสต็อก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DF0CC"/>
          </a:solidFill>
          <a:ln w="12700">
            <a:solidFill>
              <a:srgbClr val="FDF0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3941064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คืนไม่เต็มจำนวนได้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233672"/>
            <a:ext cx="48828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 5 คืน 2 ก่อนก็ได้ ที่เหลือยังค้างชื่อเราอยู่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พอเอามาคืนอีก 3 ระบบจะรวมยอดให้เองจนครบ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7947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65392" y="3941064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ของชำรุดหรือสูญหาย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4233672"/>
            <a:ext cx="47000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จะไม่ถูกเพิ่มกลับเข้าสต็อก และระบบบันทึกไว้ให้แอดมินตรวจ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อย่าเลือก “สภาพดี” เพื่อให้จบเร็ว ยอดจะเพี้ยนทั้งคลัง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ฝั่งแอพ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เบิกอุปกรณ์ Asset — แบบตะกร้า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26464" y="1700784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“เบิกอุปกรณ์”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2011680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จะเห็นประเภทเรียงกัน — Power Pallet · ไอดาต้า · วิทยุสื่อสาร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70048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26464" y="2633472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กดที่ประเภทเพื่อกางรายชื่อเครื่อง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26464" y="2944368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ซ้ายคือรหัสเครื่อง ขวาคือสถานะ · เครื่องที่คนอื่นถืออยู่ติ๊กไม่ได้ และบอกชื่อคนถือ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602736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3566160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ติ๊กเลือกได้หลายประเภทในรอบเดียว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26464" y="3877056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แถบสรุปจะเด้งขึ้นมาค้างด้านล่าง บอกว่าเลือกแล้วกี่เครื่อง กี่ประเภท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535424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535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26464" y="4498848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กดถัดไป แล้วถ่ายรูปแยกตามประเภท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26464" y="4809744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ถ่ายครบทุกประเภทแล้วจึงกดยืนยันได้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0" y="1737360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FDF0CC"/>
          </a:solidFill>
          <a:ln w="12700">
            <a:solidFill>
              <a:srgbClr val="FDF0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71232" y="188366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เลเซอร์ลบอยู่ใต้ไอดาต้า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2176272"/>
            <a:ext cx="369417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ของพ่วงที่ไม่ค่อยได้เบิกจะซ่อนอยู่ใต้ประเภทหลัก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กางไอดาต้าแล้วจะเห็น มีชื่อกำกับไว้ว่าเป็นเลเซอร์ลบ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เบิกแล้วนับเป็นไอดาต้าใบเดียวกัน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384048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71232" y="398678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อยากได้เครื่องที่คนอื่นถืออยู่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571232" y="4279392"/>
            <a:ext cx="36941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ติ๊กเองไม่ได้ ต้องแจ้งแอดมินหรือผู้ตรวจสอบให้กดโอนให้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ระบบจะตัดของจากคนเดิมให้ถูกต้อง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ฝั่งแอพ · ตอนเบิก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เครื่องมีปัญหามาก่อนแล้ว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DF0CC"/>
          </a:solidFill>
          <a:ln w="12700">
            <a:solidFill>
              <a:srgbClr val="FDF0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19072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ทำไมต้องแจ้งตอนรับของ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011680"/>
            <a:ext cx="103692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ถ้าเครื่องมีรอยหรือเสียมาก่อนแล้วเราไม่แจ้ง พอเอาไปคืนจะกลายเป็นว่าเราทำพัง  ·  แจ้งไว้คือการป้องกันตัวเอง ไม่ใช่การขอซ่อม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01752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ปัญหาที่คนอื่นแจ้งไว้แล้ว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364992"/>
            <a:ext cx="48828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ขึ้นเป็นบรรทัดสีเหลืองใต้รหัสเครื่อง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อ่านอย่างเดียว กดแก้ไม่ได้ กันคนเผลอลบของคนอื่น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83464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DF0CC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65392" y="3017520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แจ้งเพิ่มเอง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65392" y="3364992"/>
            <a:ext cx="47000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ติ๊กเลือกเครื่องก่อน แล้วปุ่ม “แจ้งเพิ่ม” จะโผล่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กดปุ่มอาการสำเร็จรูป หรือพิมพ์เอง · ถ่ายรูปก็ได้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4672584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ถ้าเลือก “สูญหาย”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965192"/>
            <a:ext cx="103692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แอดมินและเจ้าของระบบจะได้รับแจ้งเตือนทันทีที่กดส่ง ไม่รอรอบ  ·  หน้าจอจะขึ้นเตือนให้รู้ตัวก่อนกด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ฝั่งแอพ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ถ่ายรูป — แยกตามประเภท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8308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Power Pallet — บังคับ 5 ใบตามขั้นตอน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30552"/>
            <a:ext cx="488289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กุญแจ → ด้านหน้า → ด้านหลัง → ด้านซ้าย → ด้านขวา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ข้ามขั้นไม่ได้ ถ่ายผิดกดถ่ายใหม่ได้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หน้าจอบอกว่าถ่ายไปแล้วกี่ใบ เหลืออีกกี่ใบ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65392" y="1783080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ไอดาต้า · วิทยุ — อย่างน้อย 1 ใบ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130552"/>
            <a:ext cx="470001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ถ่ายอิสระ ไม่มีลำดับบังคับ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หลายเครื่องประเภทเดียวกัน ถ่ายรวมใบเดียวได้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ถ่ายเพิ่มได้ถ้าอยากให้ชัดขึ้น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DF0CC"/>
          </a:solidFill>
          <a:ln w="12700">
            <a:solidFill>
              <a:srgbClr val="FDF0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4169664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ทำไมถ่ายรวมกันไม่ได้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462272"/>
            <a:ext cx="488289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รูปต้องผูกกับประเภทให้ถูกตัว ไม่งั้นพอเครื่องมีรอยแล้วย้อนดู จะไม่รู้ว่ารูปไหนของเครื่องไหน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402336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E9F2ED"/>
          </a:solidFill>
          <a:ln w="12700">
            <a:solidFill>
              <a:srgbClr val="E9F2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65392" y="4169664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ปุ่มยืนยันยังกดไม่ได้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4462272"/>
            <a:ext cx="47000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ดูข้อความบนปุ่ม มันบอกว่าเหลืออีกกี่ใบ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ถ้าขึ้นว่า “รอรูปอัปโหลดให้เสร็จ” ให้รอสักครู่ อย่าปิดแอพ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ฝั่งแอพ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คืนอุปกรณ์ Asset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26464" y="1700784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เข้าหน้า “คืนของ”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2011680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จะเห็นอุปกรณ์ที่เราถืออยู่ แยกตามประเภท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70048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26464" y="2633472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ติ๊กเครื่องที่จะคืน หรือกด “เลือกทั้งหมด”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26464" y="2944368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คืนบางเครื่องได้ ที่เหลือยังค้างชื่อเรา เวลานับต่อจากตอนเบิกครั้งแรก ไม่รีเซ็ต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602736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3566160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ถ้าเครื่องเสียระหว่างใช้งาน กด “แจ้งเสีย”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26464" y="3877056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คนละอันกับปัญหาเดิมที่แจ้งไว้ตอนเบิก อันนี้คือเสียตอนอยู่กับเรา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535424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535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26464" y="4498848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ถ่ายรูปแยกตามประเภท แล้วยืนยัน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26464" y="4809744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จำนวนรูปบังคับเท่ากับตอนเบิก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0" y="173736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DF0CC"/>
          </a:solidFill>
          <a:ln w="12700">
            <a:solidFill>
              <a:srgbClr val="FDF0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71232" y="188366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ฝั่งขวาบอกอะไร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2176272"/>
            <a:ext cx="36941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บอกว่าถือมานานแค่ไหน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ถ้าเลยเวลาเลิกกะแล้วจะขึ้นสีแดงว่า “เลยกะแล้ว”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ของพวกนี้ควรรีบคืนก่อน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3749040"/>
            <a:ext cx="4206240" cy="1783080"/>
          </a:xfrm>
          <a:prstGeom prst="roundRect">
            <a:avLst>
              <a:gd name="adj" fmla="val 4103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71232" y="389534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เสียมาก่อนเบิก vs เสียตอนใช้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571232" y="4187952"/>
            <a:ext cx="369417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สองอันนี้คนละความรับผิดชอบ ระบบแยกเก็บคนละช่อง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อย่าใช้ปนกัน ไม่งั้นพอย้อนดูจะแยกไม่ออกว่าใครทำพัง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เฉพาะแอดมิน ผู้ตรวจสอบ และเจ้าของระบบ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เบิกแทน · คืนแทน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DF0CC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8308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เบิกแทนคนอื่น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30552"/>
            <a:ext cx="48828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เข้าหน้าเบิกอุปกรณ์ ด้านบนมีช่อง “เบิกให้”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กดเปลี่ยนเป็นชื่อคนที่จะรับของ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ของจะไปค้างชื่อคนนั้น ไม่ใช่ชื่อคนกด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กำหนดคืนคิดจากกะของคนที่รับ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DF0CC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65392" y="1783080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คืนแทนคนอื่น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130552"/>
            <a:ext cx="47000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เข้าหน้า “คืนของ” จะมีกล่อง “เครื่องที่คนอื่นถืออยู่”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เห็นทั้งฮับ มีช่องค้นหา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“คืนแทน” แล้วเลือกเครื่อง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รูปไม่บังคับ แต่ต้องใส่เหตุผล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FDF0CC"/>
          </a:solidFill>
          <a:ln w="12700">
            <a:solidFill>
              <a:srgbClr val="FDF0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4032504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ทำไมคืนแทนไม่บังคับรูป แต่บังคับเหตุผล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325112"/>
            <a:ext cx="103692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คนที่คืนแทนได้คือคนที่มีอำนาจสูงพอ จึงไม่บังคับถ่ายรูป — แต่รายการนี้ไปปิดประวัติของคนอื่น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ถ้าไม่มีเหตุผลติดไว้ พอย้อนดูเดือนหน้าจะไม่มีทางรู้ว่าปิดเพราะอะไร  ·  มีปุ่มเหตุผลสำเร็จรูปให้กดทีเดียวจบ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เฉพาะแอดมิน ผู้ตรวจสอบ และเจ้าของระบบ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โอนเครื่องให้คนอื่นใช้ชั่วคราว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DF0CC"/>
          </a:solidFill>
          <a:ln w="12700">
            <a:solidFill>
              <a:srgbClr val="FDF0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19072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ใช้ตอนไหน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011680"/>
            <a:ext cx="10369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รถแดงอยู่กับคนหนึ่งทั้งกะ แต่อีกคนต้องใช้ด่วน  ·  คนที่อยากใช้มองไม่เห็นเครื่องนั้นในระบบ จึงเบิกเองไม่ได้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26464" y="2706624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 “โอน” ที่เครื่องนั้น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26464" y="3017520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กดได้จากแอพ หน้าคืนของ หรือจากเว็บ หน้า Asset ที่ยังไม่คืน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703320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703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26464" y="3666744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ค้นหาชื่อคนที่จะรับ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3977640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รายชื่อตัดคนที่เบิก Asset ไม่ได้ออกให้แล้ว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663440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26464" y="4626864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เลือกเครื่องอื่นไปพร้อมกันได้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26464" y="4937760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รายการจะโผล่หลังเลือกคนรับแล้ว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040880" y="2743200"/>
            <a:ext cx="448056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96912" y="2926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เกิดอะไรขึ้นหลังกดโอน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296912" y="3273552"/>
            <a:ext cx="396849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คนเดิมหลุดจากรายการค้างทันที เฉพาะเครื่องที่โอน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เครื่องอื่นในใบเดียวกันยังค้างชื่อเขาตามเดิม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คนรับเห็นแถบเตือนว่ามีเครื่องโอนมาให้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คนรับต้องกดเบิกเองตามขั้นตอน เพื่อให้มีรูปตอนรับของ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พอคืนแล้วเครื่องกลับไปอยู่แผนกเดิม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ฝั่งแอพ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บาร์โค้ด BY และเช็คอินประชุม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8308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ส่งบาร์โค้ดจาก BY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30552"/>
            <a:ext cx="48828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กดเมนู “บาร์โค้ด BY” ในแอพ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เลือกเหตุผลที่เบิก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ถ่ายรูปบาร์โค้ดหรือหน้าจอ BY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กดส่ง แอดมินจะได้รับแจ้งเตือนทันที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65392" y="1783080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เช็คอินเข้าประชุม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130552"/>
            <a:ext cx="47000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กดไอคอนเช็คอินในแอพ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ถ่ายรูปเซลฟี่ตัวเอง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กดส่ง — ชื่อและเวลาระบบบันทึกให้เอง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กดซ้ำภายใน 10 นาทีจะได้ใบเดิม ไม่นับซ้ำ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DF0CC"/>
          </a:solidFill>
          <a:ln w="12700">
            <a:solidFill>
              <a:srgbClr val="FDF0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4306824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BY ไม่ได้ตัดสต็อกทันที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599432"/>
            <a:ext cx="48828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แอดมินจะเป็นคนตัดสต็อกให้ทีหลัง หลังตรวจว่าของอยู่ในคลังนี้จริงหรือไม่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416052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65392" y="4306824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เวลาเช็คอินแก้ไม่ได้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4599432"/>
            <a:ext cx="47000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ระบบใช้เวลาของเซิร์ฟเวอร์ ไม่ใช่นาฬิกาในมือถือ — ปรับเวลาเครื่องแล้วไม่มีผล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2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ฝั่งเว็บ — สำหรับแอดมิน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เมนูอยู่แถบซ้าย แบ่งเป็น 6 กลุ่ม  ·  เลื่อนดูได้ทั้งแถบ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ฝั่งเว็บ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คำขอเบิก และสต็อกวัสดุ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8308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คำขอเบิก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30552"/>
            <a:ext cx="48828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ตัวเลขสีแดงข้างเมนูคือจำนวนที่รออนุมัติ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กดดูรายละเอียดและรูปหลักฐานได้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อนุมัติทั้งใบ หรือแก้จำนวนรายบรรทัดก็ได้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ไม่อนุมัติต้องใส่เหตุผล เจ้าตัวจะเห็น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65392" y="1783080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สต็อกวัสดุ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130552"/>
            <a:ext cx="470001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แก้ยอดคงเหลือได้ตรง ๆ หลังนับของจริง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ตั้งจุดเตือนของใกล้หมดรายรายการ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เพิ่มรายการใหม่ ตั้งว่าเป็นของยืม–คืนหรือไม่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ทุกการแก้ถูกบันทึกว่าใครแก้ เมื่อไหร่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DF0CC"/>
          </a:solidFill>
          <a:ln w="12700">
            <a:solidFill>
              <a:srgbClr val="FDF0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4123944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สต็อกถูกตัดตอนไหน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416552"/>
            <a:ext cx="103692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ตัดทันทีที่อนุมัติคำขอ ไม่ใช่ตอนพนักงานกดส่ง  ·  ถ้าของไม่พอ ระบบจะปฏิเสธทั้งใบ ไม่ตัดบางส่วน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การคืนของสภาพดีจะเพิ่มกลับเข้าสต็อกอัตโนมัติ ส่วนของชำรุดหรือสูญหายจะไม่เพิ่มกลับ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ฝั่งเว็บ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ของค้างคืน และ Asset ที่ยังไม่คืน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DF0CC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8308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คืนแทน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30552"/>
            <a:ext cx="30540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ใช้ตอนเจ้าตัวเอาของมาคืนถึงมือแล้ว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เลือกเครื่องที่จะคืน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ใส่เหตุผล บังคับ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อัปโหลดรูปได้ ไม่บังคับ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6002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90872" y="178308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ปิดรายการ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90872" y="2130552"/>
            <a:ext cx="30540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ใช้ตอนได้ของคืนแล้วแต่เขาลืมกดในแอพ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บันทึกเป็นการคืนปกติ แต่ไม่มีรูป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ประวัติขึ้นว่าใครเป็นคนปิดให้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2918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85632" y="178308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ยกเลิก — กดผิด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85632" y="2130552"/>
            <a:ext cx="277977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ใช้ตอนเขากดเบิกผิด ของไม่เคยออกไป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ลบรายการทิ้ง ไม่บันทึกว่าเคยคืน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เฉพาะแอดมินขึ้นไป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DF0CC"/>
          </a:solidFill>
          <a:ln w="12700">
            <a:solidFill>
              <a:srgbClr val="FDF0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4215384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แถวสีแดงคืออะไร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507992"/>
            <a:ext cx="4882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คือเลยเวลาเลิกกะของเจ้าตัวแล้ว  ·  กำหนดคืนคิดจากกะที่ตั้งไว้ในบัญชีของแต่ละคน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คนที่ยังไม่ได้ตั้งกะจะไม่มีกำหนดคืน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06908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65392" y="4215384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เลือกอันไหนดี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4507992"/>
            <a:ext cx="4700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ได้ของคืนจริง → คืนแทน หรือ ปิดรายการ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ของไม่เคยออกไปไหน → ยกเลิก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อย่าใช้ยกเลิกแทนการคืน ประวัติจะหายไปเลย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ฝั่งเว็บ · หน้าที่ใช้ตรวจบ่อยที่สุด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สถานะเบิก–คืน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DF0CC"/>
          </a:solidFill>
          <a:ln w="12700">
            <a:solidFill>
              <a:srgbClr val="FDF0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19072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หนึ่งการ์ด = การกดส่งหนึ่งครั้ง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011680"/>
            <a:ext cx="10369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เบิกเที่ยงแล้วมาเบิกเพิ่มบ่าย = สองการ์ดแยกกัน  ·  ไม่ยุบรวม เพราะยอดค้างจะปนกันจนตามไม่ถูกก้อน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539496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92608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ในการ์ดมีอะไร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273552"/>
            <a:ext cx="488289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ชื่อคน รหัส แผนก กะ และเวลาเบิก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ยอดรวม — เบิกไปทั้งหมดกี่เครื่อง กี่ประเภท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แยกตามประเภท พร้อมรูปของประเภทนั้นเอง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การคืนทุกครั้ง เรียงตามเวลา พร้อมรูปแต่ละครั้ง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ท้ายการ์ดบอกว่ายังต้องตามคืนอีกกี่เครื่อง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21208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65392" y="2926080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จุดสีหมายถึงอะไร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65392" y="3273552"/>
            <a:ext cx="470001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เขียว = คืนแล้ว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แดง = ยังไม่คืน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เหลือง = โอนไปแล้ว หรือปิดโดยแอดมิน มีคำอธิบายกำกับ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ใบที่ยังไม่ครบจะกางไว้ให้เลย ใบที่ครบแล้วย่อไว้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 “เฉพาะที่ยังไม่ครบ” เพื่อดูแต่ที่ต้องตามงาน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ฝั่งเว็บ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หลักฐานการเบิก–คืน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8308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ใช้ทำอะไร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30552"/>
            <a:ext cx="48828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ดูรูปหลักฐานทุกใบ กดขยายได้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คลิกขวาที่รูปเพื่อคัดลอกไปวางในไฟล์ส่วนกลาง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กรองตามประเภท อุปกรณ์ กะ และช่วงวันที่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“ใช้แล้ว” เพื่อซ่อนแถวที่จัดการเสร็จ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65392" y="1783080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ลบถาวร — เฉพาะเจ้าของระบบ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130552"/>
            <a:ext cx="470001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ลบแล้วกู้คืนไม่ได้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สต็อกจะไม่ถูกคืนกลับ ตัวเลขคงเหลือยังเท่าเดิม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รูปใน Google Drive และแถวในชีตยังอยู่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ถ้ายังมีเครื่องไม่ได้คืน ระบบไม่ยอมลบ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DF0CC"/>
          </a:solidFill>
          <a:ln w="12700">
            <a:solidFill>
              <a:srgbClr val="FDF0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4123944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พนักงานหน้างานเปิดดูรูปไม่ได้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416552"/>
            <a:ext cx="103692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เป็นกฎของระบบ ไม่ใช่ความผิดพลาด  ·  หน้าฝั่งพนักงานจะเห็นแค่แถบรหัสสถานะย่อ เช่น IMG ✓  GDV ✓  SPB 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ให้พนักงานแคปหน้าจอแถบนั้นส่งมา แอดมินจะอ่านออกว่าค้างขั้นไหน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ฝั่งเว็บ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บาร์โค้ดจาก BY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26464" y="1746504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กดเข้าไปที่รายการที่ส่งเข้ามา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2057400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ดูรูปที่หน้างานถ่ายมาได้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26464" y="2798064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ใส่ว่าบาร์โค้ดนี้คือวัสดุอะไร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26464" y="3108960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ใส่ได้หลายรายการ ใบเดียวมีของหลายอย่างก็ตัดครบในครั้งเดียว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3849624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เลือกทางใดทางหนึ่ง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26464" y="4160520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ตัดสต็อก — ของอยู่ในคลังนี้ · ไม่มีของในระบบนี้ — ปิดใบทิ้งโดยไม่แตะยอด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0" y="1783080"/>
            <a:ext cx="4206240" cy="3063240"/>
          </a:xfrm>
          <a:prstGeom prst="roundRect">
            <a:avLst>
              <a:gd name="adj" fmla="val 2985"/>
            </a:avLst>
          </a:prstGeom>
          <a:solidFill>
            <a:srgbClr val="FDF0CC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71232" y="1965960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ทำไมเป็นสองปุ่ม ไม่ใช่ช่องติ๊ก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71232" y="2313432"/>
            <a:ext cx="3694176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การเบิก BY แปลว่าต้องตัดสต็อกอยู่แล้ว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ถ้าเป็นช่องติ๊ก คนกดเร็วจะลืม แล้วยอดเพี้ยนเงียบ ๆ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สองปุ่มบังคับให้เลือก ข้ามไม่ได้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ปุ่มตัดสต็อกบอกจำนวนรายการบนตัวปุ่มเลย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DF0CC"/>
          </a:solidFill>
          <a:ln w="12700">
            <a:solidFill>
              <a:srgbClr val="FDF0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5175504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สต็อกไม่พอจะเตือนก่อน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5468112"/>
            <a:ext cx="10369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แต่ละบรรทัดบอกว่าเหลือเท่าไหร่ ตัดแล้วจะเหลือเท่าไหร่ และขึ้นสีแดงถ้าไม่พอ — เห็นก่อนกด ไม่ใช่รู้ทีหลัง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ฝั่งเว็บ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ทะเบียนเครื่อง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8308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เพิ่มและแก้เครื่อง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30552"/>
            <a:ext cx="30540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เพิ่มเครื่องใหม่เข้าทะเบียน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ตั้งว่าเป็นของแผนกไหน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แชร์ให้แผนกอื่นใช้ร่วมได้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6002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90872" y="178308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ปิดเครื่องชั่วคราว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90872" y="2130552"/>
            <a:ext cx="30540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เครื่องที่ส่งซ่อมให้ปิดไม่ให้เบิก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ยังอยู่ในทะเบียน ประวัติไม่หาย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เปิดกลับได้เมื่อซ่อมเสร็จ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291840" cy="2194560"/>
          </a:xfrm>
          <a:prstGeom prst="roundRect">
            <a:avLst>
              <a:gd name="adj" fmla="val 4167"/>
            </a:avLst>
          </a:prstGeom>
          <a:solidFill>
            <a:srgbClr val="FDF0CC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85632" y="178308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โอนให้คนอื่น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85632" y="2130552"/>
            <a:ext cx="277977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กดโอนได้จากหน้านี้เช่นกัน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เลือกเครื่องว่างก็ได้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โอนหลายเครื่องพร้อมกันได้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DF0CC"/>
          </a:solidFill>
          <a:ln w="12700">
            <a:solidFill>
              <a:srgbClr val="FDF0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4215384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ลบเครื่องออกจากทะเบียนไม่ได้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507992"/>
            <a:ext cx="4882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ถ้าเครื่องนั้นเคยถูกเบิกไปแล้ว ระบบจะไม่ยอมลบ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เพราะประวัติการใช้งานจะขาดหาย — ให้ใช้ “ปิดไม่ให้เบิก” แทน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06908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E9F2ED"/>
          </a:solidFill>
          <a:ln w="12700">
            <a:solidFill>
              <a:srgbClr val="E9F2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65392" y="4215384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 QR ติดเครื่อง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4507992"/>
            <a:ext cx="4700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 “พิมพ์ QR” พิมพ์ได้ทีละหลายเครื่อง มีช่องค้นหาชื่อ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ติดที่ตัวเครื่องแล้วหน้างานสแกนเบิกได้เลย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ฝั่งเว็บ · แอดมิน ผู้ตรวจสอบ เจ้าของระบบ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ประชุม — 4 เมนู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8308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รายชื่อประชุม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30552"/>
            <a:ext cx="209397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เลือกวันที่ ค้นหารายคน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ดูรูปเซลฟี่ติดเวลา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กดยืนยัน แก้ไข หรือยกเลิก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เลือกทั้งหมดได้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56432" y="16002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12464" y="178308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หลักฐานการเข้าประชุม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712464" y="2130552"/>
            <a:ext cx="209397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ตารางรายชื่อล้วน ไม่มีรูป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กดไปดูรูปในไดรฟ์ได้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ไม่มีปุ่มตัดสิน — ตัดสินที่รายชื่อประชุมแล้ว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2784" y="16002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28816" y="178308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แดชบอร์ดประชุม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28816" y="2130552"/>
            <a:ext cx="209397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ใครเข้ากี่ครั้งในเดือนที่เลือก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แยกตามแผนก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ดูย้อนหลังได้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89136" y="16002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DF0CC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45168" y="178308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นัดประชุม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345168" y="2130552"/>
            <a:ext cx="209397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ตั้งวันที่ เวลา เรื่อง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พิมพ์ว่าใครต้องเข้า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กดประกาศแล้วแจ้งเตือนออกทันที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ฝั่งเว็บ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ส่งออก Google Sheet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26464" y="1746504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เลือกช่วงวันที่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2057400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ปุ่มส่งทำงานกับทั้งช่วงที่เลือก ไม่ขึ้นกับตัวกรองแผนก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26464" y="2798064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ดูตัวอย่างข้อมูลก่อนส่ง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26464" y="3108960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มีสองแท็บ — วัสดุสิ้นเปลือง และอุปกรณ์ Asset · สลับดูได้ว่าจะส่งอะไรไปบ้าง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3849624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กดปุ่มส่งบรรทัดที่ยังไม่ส่ง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26464" y="4160520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ส่งทีละก้อนกันหมดเวลา · กดซ้ำได้จนเหลือ 0 ไม่เกิดแถวซ้ำในชีต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0" y="1783080"/>
            <a:ext cx="42062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71232" y="1965960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แท็บในชีตแยกยังไง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71232" y="2313432"/>
            <a:ext cx="3694176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เบิก–คืน 2569-09 — วัสดุสิ้นเปลือง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Asset 2569-09 — อุปกรณ์ เบิกกับคืนปนกัน มีคอลัมน์บอก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ชำรุด 2569-09 — ใบแจ้งชำรุด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แยกไฟล์ต่างหากสำหรับการประชุม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5175504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ลบข้อมูลในระบบแล้ว แถวในชีตยังอยู่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5468112"/>
            <a:ext cx="10369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ฐานข้อมูลกับชีตเป็นคนละที่ ระบบเขียนลงไปแล้วดึงกลับไม่ได้ — ถ้าอยากให้ชีตสะอาดต้องไปลบแถวในชีตเอง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ฝั่งเว็บ · เฉพาะเจ้าของระบบ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ผู้ใช้และสิทธิ์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8308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เพิ่มคนใหม่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30552"/>
            <a:ext cx="30540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ใส่ชื่อและรหัสพนักงาน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ระบบออกรหัสผ่านชั่วคราวให้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“ตั้งรหัส + QR” ให้เขาสแกนเข้า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เขาต้องตั้งรหัสใหม่เองครั้งแรก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6002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90872" y="178308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แก้ข้อมูล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90872" y="2130552"/>
            <a:ext cx="30540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กดที่ชื่อเพื่อแก้ชื่อหรือรหัสพนักงาน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รหัสพนักงานคือชื่อผู้ใช้ตอนล็อกอิน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เปลี่ยนแล้วต้องบอกเจ้าตัว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รหัสผ่านเดิมยังใช้ได้เหมือนเดิม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DF0CC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85632" y="178308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ตั้งสิทธิ์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85632" y="2130552"/>
            <a:ext cx="277977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เลือกบทบาท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เปิด–ปิดการเบิก Asset รายคน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ตั้งกะ เพื่อคิดกำหนดคืน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ระงับบัญชีคนที่ลาออก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DF0CC"/>
          </a:solidFill>
          <a:ln w="12700">
            <a:solidFill>
              <a:srgbClr val="FDF0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4306824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ตั้งกะให้ครบทุกคน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599432"/>
            <a:ext cx="10369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กำหนดคืนคิดจากกะที่ตั้งไว้  ·  คนที่ไม่ได้ตั้งกะจะไม่มีกำหนดคืน แปลว่าของค้างของเขาจะไม่ขึ้นเตือนเลย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เลือกเวลาได้ตั้งแต่ 00:00 ถึง 23:30 ทีละครึ่งชั่วโมง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อาการที่พบบ่อย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เจอปัญหา ทำยังไง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88136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099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จอขาวโล่ง กดอะไรไม่ได้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70992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ปิดแอพแล้วเปิดใหม่ · ถ้ามีกล่องแดงขึ้นให้แคปส่งแอดมิน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0881360" cy="475488"/>
          </a:xfrm>
          <a:prstGeom prst="roundRect">
            <a:avLst>
              <a:gd name="adj" fmla="val 19231"/>
            </a:avLst>
          </a:prstGeom>
          <a:solidFill>
            <a:srgbClr val="F4F1EA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27685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ไม่เห็นเมนูหรือปุ่มใหม่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227685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ปัดปิดแอพแล้วเปิดใหม่ เครื่องยังถือโค้ดเก่าอยู่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761488"/>
            <a:ext cx="1088136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8437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ขึ้นว่าเซสชันหมดอายุ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84378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ออกจากระบบแล้วเข้าใหม่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28416"/>
            <a:ext cx="10881360" cy="475488"/>
          </a:xfrm>
          <a:prstGeom prst="roundRect">
            <a:avLst>
              <a:gd name="adj" fmla="val 19231"/>
            </a:avLst>
          </a:prstGeom>
          <a:solidFill>
            <a:srgbClr val="F4F1EA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07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แจ้งเตือนไม่เข้า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41071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เช็คว่ากดเปิดแจ้งเตือนในเมนูบัญชีของฉันแล้วหรือยัง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95344"/>
            <a:ext cx="1088136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77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รูปส่งไม่ขึ้น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97764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กดที่รูปนั้นเพื่อส่งใหม่ · ระบบส่งเฉพาะใบที่ขาด ไม่ส่งซ้ำทั้งหมด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462272"/>
            <a:ext cx="10881360" cy="475488"/>
          </a:xfrm>
          <a:prstGeom prst="roundRect">
            <a:avLst>
              <a:gd name="adj" fmla="val 19231"/>
            </a:avLst>
          </a:prstGeom>
          <a:solidFill>
            <a:srgbClr val="F4F1EA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5445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ถ่ายรูปแล้วแอพเด้งออก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454456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ถ่ายทีละใบแล้วรอให้ส่งเสร็จก่อนถ่ายใบถัดไป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029200"/>
            <a:ext cx="1088136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1114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เบิกไม่ได้ ขึ้นว่าไม่ใช่ประเภทที่เลือก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511149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แจ้งแอดมิน เป็นเรื่องการตั้งค่าประเภทเครื่อง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สรุปก่อนเริ่มใช้จริง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กฎที่ห้ามพลาด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26464" y="1746504"/>
            <a:ext cx="10003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ถ่ายรูปให้ตรงกับของจริง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2057400"/>
            <a:ext cx="10003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รูปคือหลักฐานชิ้นเดียวที่ใช้ตัดสินตอนของเสียหาย ถ่ายผิดตัวเท่ากับไม่มีหลักฐาน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24328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24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26464" y="2587752"/>
            <a:ext cx="10003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เครื่องมีปัญหาให้แจ้งตั้งแต่ตอนรับ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26464" y="2898648"/>
            <a:ext cx="10003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แจ้งทีหลังไม่ทัน จะกลายเป็นว่าเราทำพัง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465576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465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3429000"/>
            <a:ext cx="10003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คืนของแล้วต้องกดในแอพด้วย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26464" y="3739896"/>
            <a:ext cx="10003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เอาของมาวางเฉย ๆ ระบบไม่รู้ ยังค้างชื่อเราอยู่และจะขึ้นเตือนเลยกะ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306824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26464" y="4270248"/>
            <a:ext cx="10003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อย่าเลือกสภาพดีให้ของที่ชำรุด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26464" y="4581144"/>
            <a:ext cx="10003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ของจะถูกเพิ่มกลับเข้าสต็อกทั้งที่ใช้ไม่ได้ ยอดทั้งคลังจะเพี้ยน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5148072"/>
            <a:ext cx="420624" cy="420624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148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26464" y="5111496"/>
            <a:ext cx="10003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ใช้บัญชีตัวเองเท่านั้น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26464" y="5422392"/>
            <a:ext cx="10003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ทุกอย่างผูกกับชื่อคนที่ล็อกอิน รวมถึงความรับผิดเมื่อของหาย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2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206240" cy="4206240"/>
          </a:xfrm>
          <a:prstGeom prst="ellipse">
            <a:avLst/>
          </a:prstGeom>
          <a:solidFill>
            <a:srgbClr val="3A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ติดปัญหา แจ้งได้เลย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2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แคปหน้าจอที่เจอปัญหาส่งมาด้วยเสมอ จะตามเรื่องได้เร็วกว่าคำว่า “แอพพัง”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BPL SUPPLY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คู่มือการใช้งาน BPL SUPPLY</dc:title>
  <dc:subject>PptxGenJS Presentation</dc:subject>
  <dc:creator>BPL SUPPLY</dc:creator>
  <cp:lastModifiedBy>BPL SUPPLY</cp:lastModifiedBy>
  <cp:revision>1</cp:revision>
  <dcterms:created xsi:type="dcterms:W3CDTF">2026-09-24T21:59:52Z</dcterms:created>
  <dcterms:modified xsi:type="dcterms:W3CDTF">2026-09-24T21:59:52Z</dcterms:modified>
</cp:coreProperties>
</file>